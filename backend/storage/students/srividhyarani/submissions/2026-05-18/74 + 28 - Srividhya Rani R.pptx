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senal" charset="1" panose="00000500000000000000"/>
      <p:regular r:id="rId18"/>
    </p:embeddedFont>
    <p:embeddedFont>
      <p:font typeface="Radley" charset="1" panose="00000500000000000000"/>
      <p:regular r:id="rId19"/>
    </p:embeddedFont>
    <p:embeddedFont>
      <p:font typeface="Roca One Heavy" charset="1" panose="00000A00000000000000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58.svg" Type="http://schemas.openxmlformats.org/officeDocument/2006/relationships/image"/><Relationship Id="rId19" Target="../media/aAHKAhWc-Ts.m4a" Type="http://schemas.microsoft.com/office/2007/relationships/media"/><Relationship Id="rId2" Target="../media/image1.png" Type="http://schemas.openxmlformats.org/officeDocument/2006/relationships/image"/><Relationship Id="rId20" Target="../media/aAHKAhWc-Ts.m4a" Type="http://schemas.openxmlformats.org/officeDocument/2006/relationships/audio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16" Target="../media/image57.png" Type="http://schemas.openxmlformats.org/officeDocument/2006/relationships/image"/><Relationship Id="rId17" Target="../media/image58.sv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svg" Type="http://schemas.openxmlformats.org/officeDocument/2006/relationships/image"/><Relationship Id="rId12" Target="../media/image69.png" Type="http://schemas.openxmlformats.org/officeDocument/2006/relationships/image"/><Relationship Id="rId13" Target="../media/image70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71.png" Type="http://schemas.openxmlformats.org/officeDocument/2006/relationships/image"/><Relationship Id="rId13" Target="../media/image72.svg" Type="http://schemas.openxmlformats.org/officeDocument/2006/relationships/image"/><Relationship Id="rId14" Target="../media/image73.png" Type="http://schemas.openxmlformats.org/officeDocument/2006/relationships/image"/><Relationship Id="rId15" Target="../media/image74.sv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svg" Type="http://schemas.openxmlformats.org/officeDocument/2006/relationships/image"/><Relationship Id="rId12" Target="../media/image87.png" Type="http://schemas.openxmlformats.org/officeDocument/2006/relationships/image"/><Relationship Id="rId13" Target="../media/image88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svg" Type="http://schemas.openxmlformats.org/officeDocument/2006/relationships/image"/><Relationship Id="rId12" Target="../media/image97.png" Type="http://schemas.openxmlformats.org/officeDocument/2006/relationships/image"/><Relationship Id="rId13" Target="../media/image98.svg" Type="http://schemas.openxmlformats.org/officeDocument/2006/relationships/image"/><Relationship Id="rId14" Target="../media/image99.png" Type="http://schemas.openxmlformats.org/officeDocument/2006/relationships/image"/><Relationship Id="rId15" Target="../media/image100.svg" Type="http://schemas.openxmlformats.org/officeDocument/2006/relationships/image"/><Relationship Id="rId16" Target="../media/image101.png" Type="http://schemas.openxmlformats.org/officeDocument/2006/relationships/image"/><Relationship Id="rId17" Target="../media/image102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png" Type="http://schemas.openxmlformats.org/officeDocument/2006/relationships/image"/><Relationship Id="rId9" Target="../media/image9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svg" Type="http://schemas.openxmlformats.org/officeDocument/2006/relationships/image"/><Relationship Id="rId12" Target="../media/image113.png" Type="http://schemas.openxmlformats.org/officeDocument/2006/relationships/image"/><Relationship Id="rId13" Target="../media/image114.svg" Type="http://schemas.openxmlformats.org/officeDocument/2006/relationships/image"/><Relationship Id="rId14" Target="../media/image115.png" Type="http://schemas.openxmlformats.org/officeDocument/2006/relationships/image"/><Relationship Id="rId15" Target="../media/image116.svg" Type="http://schemas.openxmlformats.org/officeDocument/2006/relationships/image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05.png" Type="http://schemas.openxmlformats.org/officeDocument/2006/relationships/image"/><Relationship Id="rId5" Target="../media/image106.svg" Type="http://schemas.openxmlformats.org/officeDocument/2006/relationships/image"/><Relationship Id="rId6" Target="../media/image107.png" Type="http://schemas.openxmlformats.org/officeDocument/2006/relationships/image"/><Relationship Id="rId7" Target="../media/image108.svg" Type="http://schemas.openxmlformats.org/officeDocument/2006/relationships/image"/><Relationship Id="rId8" Target="../media/image109.png" Type="http://schemas.openxmlformats.org/officeDocument/2006/relationships/image"/><Relationship Id="rId9" Target="../media/image1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svg" Type="http://schemas.openxmlformats.org/officeDocument/2006/relationships/image"/><Relationship Id="rId12" Target="../media/image123.png" Type="http://schemas.openxmlformats.org/officeDocument/2006/relationships/image"/><Relationship Id="rId13" Target="../media/image124.svg" Type="http://schemas.openxmlformats.org/officeDocument/2006/relationships/image"/><Relationship Id="rId14" Target="../media/image125.png" Type="http://schemas.openxmlformats.org/officeDocument/2006/relationships/image"/><Relationship Id="rId15" Target="../media/image126.svg" Type="http://schemas.openxmlformats.org/officeDocument/2006/relationships/image"/><Relationship Id="rId16" Target="../media/image127.png" Type="http://schemas.openxmlformats.org/officeDocument/2006/relationships/image"/><Relationship Id="rId17" Target="../media/image128.svg" Type="http://schemas.openxmlformats.org/officeDocument/2006/relationships/image"/><Relationship Id="rId18" Target="../media/image129.png" Type="http://schemas.openxmlformats.org/officeDocument/2006/relationships/image"/><Relationship Id="rId19" Target="../media/image130.svg" Type="http://schemas.openxmlformats.org/officeDocument/2006/relationships/image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117.png" Type="http://schemas.openxmlformats.org/officeDocument/2006/relationships/image"/><Relationship Id="rId7" Target="../media/image118.svg" Type="http://schemas.openxmlformats.org/officeDocument/2006/relationships/image"/><Relationship Id="rId8" Target="../media/image119.png" Type="http://schemas.openxmlformats.org/officeDocument/2006/relationships/image"/><Relationship Id="rId9" Target="../media/image1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svg" Type="http://schemas.openxmlformats.org/officeDocument/2006/relationships/image"/><Relationship Id="rId12" Target="../media/image135.png" Type="http://schemas.openxmlformats.org/officeDocument/2006/relationships/image"/><Relationship Id="rId13" Target="../media/image136.svg" Type="http://schemas.openxmlformats.org/officeDocument/2006/relationships/image"/><Relationship Id="rId14" Target="../media/image137.png" Type="http://schemas.openxmlformats.org/officeDocument/2006/relationships/image"/><Relationship Id="rId15" Target="../media/image138.svg" Type="http://schemas.openxmlformats.org/officeDocument/2006/relationships/image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31.png" Type="http://schemas.openxmlformats.org/officeDocument/2006/relationships/image"/><Relationship Id="rId5" Target="../media/image132.svg" Type="http://schemas.openxmlformats.org/officeDocument/2006/relationships/image"/><Relationship Id="rId6" Target="../media/image107.png" Type="http://schemas.openxmlformats.org/officeDocument/2006/relationships/image"/><Relationship Id="rId7" Target="../media/image108.svg" Type="http://schemas.openxmlformats.org/officeDocument/2006/relationships/image"/><Relationship Id="rId8" Target="../media/image109.png" Type="http://schemas.openxmlformats.org/officeDocument/2006/relationships/image"/><Relationship Id="rId9" Target="../media/image1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5.svg" Type="http://schemas.openxmlformats.org/officeDocument/2006/relationships/image"/><Relationship Id="rId11" Target="../media/image146.png" Type="http://schemas.openxmlformats.org/officeDocument/2006/relationships/image"/><Relationship Id="rId12" Target="../media/image147.svg" Type="http://schemas.openxmlformats.org/officeDocument/2006/relationships/image"/><Relationship Id="rId13" Target="../media/image148.png" Type="http://schemas.openxmlformats.org/officeDocument/2006/relationships/image"/><Relationship Id="rId14" Target="../media/image149.svg" Type="http://schemas.openxmlformats.org/officeDocument/2006/relationships/image"/><Relationship Id="rId15" Target="../media/image150.png" Type="http://schemas.openxmlformats.org/officeDocument/2006/relationships/image"/><Relationship Id="rId16" Target="../media/image151.svg" Type="http://schemas.openxmlformats.org/officeDocument/2006/relationships/image"/><Relationship Id="rId17" Target="../media/image152.png" Type="http://schemas.openxmlformats.org/officeDocument/2006/relationships/image"/><Relationship Id="rId18" Target="../media/image153.svg" Type="http://schemas.openxmlformats.org/officeDocument/2006/relationships/image"/><Relationship Id="rId19" Target="../media/image154.png" Type="http://schemas.openxmlformats.org/officeDocument/2006/relationships/image"/><Relationship Id="rId2" Target="../media/image139.png" Type="http://schemas.openxmlformats.org/officeDocument/2006/relationships/image"/><Relationship Id="rId20" Target="../media/image155.svg" Type="http://schemas.openxmlformats.org/officeDocument/2006/relationships/image"/><Relationship Id="rId21" Target="../media/image156.png" Type="http://schemas.openxmlformats.org/officeDocument/2006/relationships/image"/><Relationship Id="rId22" Target="../media/image157.svg" Type="http://schemas.openxmlformats.org/officeDocument/2006/relationships/image"/><Relationship Id="rId3" Target="../media/image140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141.png" Type="http://schemas.openxmlformats.org/officeDocument/2006/relationships/image"/><Relationship Id="rId7" Target="../media/image142.svg" Type="http://schemas.openxmlformats.org/officeDocument/2006/relationships/image"/><Relationship Id="rId8" Target="../media/image143.png" Type="http://schemas.openxmlformats.org/officeDocument/2006/relationships/image"/><Relationship Id="rId9" Target="../media/image1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37950" y="4835377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170">
            <a:off x="1627091" y="2162654"/>
            <a:ext cx="15033818" cy="6724217"/>
          </a:xfrm>
          <a:custGeom>
            <a:avLst/>
            <a:gdLst/>
            <a:ahLst/>
            <a:cxnLst/>
            <a:rect r="r" b="b" t="t" l="l"/>
            <a:pathLst>
              <a:path h="6724217" w="15033818">
                <a:moveTo>
                  <a:pt x="0" y="0"/>
                </a:moveTo>
                <a:lnTo>
                  <a:pt x="15033818" y="0"/>
                </a:lnTo>
                <a:lnTo>
                  <a:pt x="15033818" y="6724217"/>
                </a:lnTo>
                <a:lnTo>
                  <a:pt x="0" y="6724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1728" y="6298420"/>
            <a:ext cx="5210733" cy="3988580"/>
          </a:xfrm>
          <a:custGeom>
            <a:avLst/>
            <a:gdLst/>
            <a:ahLst/>
            <a:cxnLst/>
            <a:rect r="r" b="b" t="t" l="l"/>
            <a:pathLst>
              <a:path h="3988580" w="5210733">
                <a:moveTo>
                  <a:pt x="0" y="0"/>
                </a:moveTo>
                <a:lnTo>
                  <a:pt x="5210733" y="0"/>
                </a:lnTo>
                <a:lnTo>
                  <a:pt x="5210733" y="3988580"/>
                </a:lnTo>
                <a:lnTo>
                  <a:pt x="0" y="39885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76522" y="-150274"/>
            <a:ext cx="4893865" cy="2971911"/>
          </a:xfrm>
          <a:custGeom>
            <a:avLst/>
            <a:gdLst/>
            <a:ahLst/>
            <a:cxnLst/>
            <a:rect r="r" b="b" t="t" l="l"/>
            <a:pathLst>
              <a:path h="2971911" w="4893865">
                <a:moveTo>
                  <a:pt x="0" y="0"/>
                </a:moveTo>
                <a:lnTo>
                  <a:pt x="4893864" y="0"/>
                </a:lnTo>
                <a:lnTo>
                  <a:pt x="4893864" y="2971911"/>
                </a:lnTo>
                <a:lnTo>
                  <a:pt x="0" y="29719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68140" y="1809692"/>
            <a:ext cx="1721116" cy="1267367"/>
          </a:xfrm>
          <a:custGeom>
            <a:avLst/>
            <a:gdLst/>
            <a:ahLst/>
            <a:cxnLst/>
            <a:rect r="r" b="b" t="t" l="l"/>
            <a:pathLst>
              <a:path h="1267367" w="1721116">
                <a:moveTo>
                  <a:pt x="0" y="0"/>
                </a:moveTo>
                <a:lnTo>
                  <a:pt x="1721116" y="0"/>
                </a:lnTo>
                <a:lnTo>
                  <a:pt x="1721116" y="1267368"/>
                </a:lnTo>
                <a:lnTo>
                  <a:pt x="0" y="12673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59102" y="713304"/>
            <a:ext cx="2825733" cy="1582411"/>
          </a:xfrm>
          <a:custGeom>
            <a:avLst/>
            <a:gdLst/>
            <a:ahLst/>
            <a:cxnLst/>
            <a:rect r="r" b="b" t="t" l="l"/>
            <a:pathLst>
              <a:path h="1582411" w="2825733">
                <a:moveTo>
                  <a:pt x="2825734" y="0"/>
                </a:moveTo>
                <a:lnTo>
                  <a:pt x="0" y="0"/>
                </a:lnTo>
                <a:lnTo>
                  <a:pt x="0" y="1582411"/>
                </a:lnTo>
                <a:lnTo>
                  <a:pt x="2825734" y="1582411"/>
                </a:lnTo>
                <a:lnTo>
                  <a:pt x="2825734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43414" y="7561202"/>
            <a:ext cx="5684025" cy="3162385"/>
          </a:xfrm>
          <a:custGeom>
            <a:avLst/>
            <a:gdLst/>
            <a:ahLst/>
            <a:cxnLst/>
            <a:rect r="r" b="b" t="t" l="l"/>
            <a:pathLst>
              <a:path h="3162385" w="5684025">
                <a:moveTo>
                  <a:pt x="0" y="0"/>
                </a:moveTo>
                <a:lnTo>
                  <a:pt x="5684024" y="0"/>
                </a:lnTo>
                <a:lnTo>
                  <a:pt x="5684024" y="3162385"/>
                </a:lnTo>
                <a:lnTo>
                  <a:pt x="0" y="31623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95812" y="2443376"/>
            <a:ext cx="14227642" cy="6699018"/>
            <a:chOff x="0" y="0"/>
            <a:chExt cx="1543875" cy="7269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0553" cy="726926"/>
            </a:xfrm>
            <a:custGeom>
              <a:avLst/>
              <a:gdLst/>
              <a:ahLst/>
              <a:cxnLst/>
              <a:rect r="r" b="b" t="t" l="l"/>
              <a:pathLst>
                <a:path h="726926" w="1540553">
                  <a:moveTo>
                    <a:pt x="836621" y="0"/>
                  </a:moveTo>
                  <a:cubicBezTo>
                    <a:pt x="940798" y="0"/>
                    <a:pt x="1017298" y="42120"/>
                    <a:pt x="1069612" y="90816"/>
                  </a:cubicBezTo>
                  <a:cubicBezTo>
                    <a:pt x="1164540" y="75813"/>
                    <a:pt x="1244164" y="80998"/>
                    <a:pt x="1308120" y="118324"/>
                  </a:cubicBezTo>
                  <a:cubicBezTo>
                    <a:pt x="1360463" y="148876"/>
                    <a:pt x="1383511" y="192421"/>
                    <a:pt x="1377715" y="236583"/>
                  </a:cubicBezTo>
                  <a:cubicBezTo>
                    <a:pt x="1496868" y="276713"/>
                    <a:pt x="1554364" y="351796"/>
                    <a:pt x="1537739" y="423892"/>
                  </a:cubicBezTo>
                  <a:cubicBezTo>
                    <a:pt x="1506793" y="504284"/>
                    <a:pt x="1351943" y="555957"/>
                    <a:pt x="1211937" y="542974"/>
                  </a:cubicBezTo>
                  <a:cubicBezTo>
                    <a:pt x="1171953" y="590725"/>
                    <a:pt x="1099964" y="628239"/>
                    <a:pt x="1008697" y="642411"/>
                  </a:cubicBezTo>
                  <a:cubicBezTo>
                    <a:pt x="886961" y="661310"/>
                    <a:pt x="764833" y="633478"/>
                    <a:pt x="692229" y="577393"/>
                  </a:cubicBezTo>
                  <a:lnTo>
                    <a:pt x="294482" y="726926"/>
                  </a:lnTo>
                  <a:cubicBezTo>
                    <a:pt x="355136" y="682366"/>
                    <a:pt x="414949" y="642411"/>
                    <a:pt x="432910" y="573213"/>
                  </a:cubicBezTo>
                  <a:cubicBezTo>
                    <a:pt x="382884" y="582261"/>
                    <a:pt x="324881" y="579735"/>
                    <a:pt x="271005" y="563457"/>
                  </a:cubicBezTo>
                  <a:cubicBezTo>
                    <a:pt x="176104" y="534783"/>
                    <a:pt x="133862" y="471721"/>
                    <a:pt x="147738" y="418447"/>
                  </a:cubicBezTo>
                  <a:cubicBezTo>
                    <a:pt x="93705" y="395909"/>
                    <a:pt x="0" y="363386"/>
                    <a:pt x="0" y="286402"/>
                  </a:cubicBezTo>
                  <a:cubicBezTo>
                    <a:pt x="0" y="215023"/>
                    <a:pt x="122701" y="160226"/>
                    <a:pt x="237906" y="161677"/>
                  </a:cubicBezTo>
                  <a:cubicBezTo>
                    <a:pt x="250369" y="132434"/>
                    <a:pt x="277225" y="105533"/>
                    <a:pt x="317669" y="85567"/>
                  </a:cubicBezTo>
                  <a:cubicBezTo>
                    <a:pt x="403456" y="43229"/>
                    <a:pt x="535421" y="50543"/>
                    <a:pt x="606348" y="87196"/>
                  </a:cubicBezTo>
                  <a:cubicBezTo>
                    <a:pt x="655890" y="33696"/>
                    <a:pt x="734803" y="0"/>
                    <a:pt x="8366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87841" y="69287"/>
              <a:ext cx="994360" cy="467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95812" y="4255106"/>
            <a:ext cx="14554703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spc="-199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Addition &amp; Subtraction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5812" y="2924660"/>
            <a:ext cx="13980412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R E V I E W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28698" y="6211828"/>
            <a:ext cx="8261111" cy="121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4"/>
              </a:lnSpc>
            </a:pPr>
            <a:r>
              <a:rPr lang="en-US" sz="7088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with 2-digit numbers</a:t>
            </a:r>
          </a:p>
        </p:txBody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16"/>
                </p:tgtEl>
              </p:cBhvr>
            </p:cmd>
            <p:audio>
              <p:cMediaNode vol="100000" showWhenStopped="false">
                <p:cTn/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23183" y="4678595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595" y="2463073"/>
            <a:ext cx="10923526" cy="4608031"/>
          </a:xfrm>
          <a:custGeom>
            <a:avLst/>
            <a:gdLst/>
            <a:ahLst/>
            <a:cxnLst/>
            <a:rect r="r" b="b" t="t" l="l"/>
            <a:pathLst>
              <a:path h="4608031" w="10923526">
                <a:moveTo>
                  <a:pt x="0" y="0"/>
                </a:moveTo>
                <a:lnTo>
                  <a:pt x="10923526" y="0"/>
                </a:lnTo>
                <a:lnTo>
                  <a:pt x="10923526" y="4608031"/>
                </a:lnTo>
                <a:lnTo>
                  <a:pt x="0" y="4608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53221" y="5832619"/>
            <a:ext cx="2313075" cy="4064509"/>
          </a:xfrm>
          <a:custGeom>
            <a:avLst/>
            <a:gdLst/>
            <a:ahLst/>
            <a:cxnLst/>
            <a:rect r="r" b="b" t="t" l="l"/>
            <a:pathLst>
              <a:path h="4064509" w="2313075">
                <a:moveTo>
                  <a:pt x="0" y="0"/>
                </a:moveTo>
                <a:lnTo>
                  <a:pt x="2313076" y="0"/>
                </a:lnTo>
                <a:lnTo>
                  <a:pt x="2313076" y="4064509"/>
                </a:lnTo>
                <a:lnTo>
                  <a:pt x="0" y="4064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45109">
            <a:off x="16253970" y="7747245"/>
            <a:ext cx="1172744" cy="1908312"/>
          </a:xfrm>
          <a:custGeom>
            <a:avLst/>
            <a:gdLst/>
            <a:ahLst/>
            <a:cxnLst/>
            <a:rect r="r" b="b" t="t" l="l"/>
            <a:pathLst>
              <a:path h="1908312" w="1172744">
                <a:moveTo>
                  <a:pt x="0" y="0"/>
                </a:moveTo>
                <a:lnTo>
                  <a:pt x="1172744" y="0"/>
                </a:lnTo>
                <a:lnTo>
                  <a:pt x="1172744" y="1908312"/>
                </a:lnTo>
                <a:lnTo>
                  <a:pt x="0" y="19083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38675">
            <a:off x="2831679" y="1028700"/>
            <a:ext cx="1875119" cy="1387588"/>
          </a:xfrm>
          <a:custGeom>
            <a:avLst/>
            <a:gdLst/>
            <a:ahLst/>
            <a:cxnLst/>
            <a:rect r="r" b="b" t="t" l="l"/>
            <a:pathLst>
              <a:path h="1387588" w="1875119">
                <a:moveTo>
                  <a:pt x="0" y="0"/>
                </a:moveTo>
                <a:lnTo>
                  <a:pt x="1875119" y="0"/>
                </a:lnTo>
                <a:lnTo>
                  <a:pt x="1875119" y="1387588"/>
                </a:lnTo>
                <a:lnTo>
                  <a:pt x="0" y="1387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38006" y="1365249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69"/>
                </a:lnTo>
                <a:lnTo>
                  <a:pt x="0" y="1716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67859" y="1509159"/>
            <a:ext cx="32789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A. 102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4387122" y="445867"/>
            <a:ext cx="3534959" cy="1516819"/>
          </a:xfrm>
          <a:custGeom>
            <a:avLst/>
            <a:gdLst/>
            <a:ahLst/>
            <a:cxnLst/>
            <a:rect r="r" b="b" t="t" l="l"/>
            <a:pathLst>
              <a:path h="1516819" w="3534959">
                <a:moveTo>
                  <a:pt x="3534959" y="0"/>
                </a:moveTo>
                <a:lnTo>
                  <a:pt x="0" y="0"/>
                </a:lnTo>
                <a:lnTo>
                  <a:pt x="0" y="1516818"/>
                </a:lnTo>
                <a:lnTo>
                  <a:pt x="3534959" y="1516818"/>
                </a:lnTo>
                <a:lnTo>
                  <a:pt x="3534959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38006" y="3314842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70"/>
                </a:lnTo>
                <a:lnTo>
                  <a:pt x="0" y="17165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38006" y="5260012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70"/>
                </a:lnTo>
                <a:lnTo>
                  <a:pt x="0" y="17165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38006" y="7205182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69"/>
                </a:lnTo>
                <a:lnTo>
                  <a:pt x="0" y="1716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15453" y="8304309"/>
            <a:ext cx="1873397" cy="2494839"/>
          </a:xfrm>
          <a:custGeom>
            <a:avLst/>
            <a:gdLst/>
            <a:ahLst/>
            <a:cxnLst/>
            <a:rect r="r" b="b" t="t" l="l"/>
            <a:pathLst>
              <a:path h="2494839" w="1873397">
                <a:moveTo>
                  <a:pt x="0" y="0"/>
                </a:moveTo>
                <a:lnTo>
                  <a:pt x="1873397" y="0"/>
                </a:lnTo>
                <a:lnTo>
                  <a:pt x="1873397" y="2494839"/>
                </a:lnTo>
                <a:lnTo>
                  <a:pt x="0" y="24948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261457" y="3451115"/>
            <a:ext cx="3037147" cy="2856843"/>
            <a:chOff x="0" y="0"/>
            <a:chExt cx="408265" cy="3840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2308" y="-3431"/>
              <a:ext cx="412882" cy="387459"/>
            </a:xfrm>
            <a:custGeom>
              <a:avLst/>
              <a:gdLst/>
              <a:ahLst/>
              <a:cxnLst/>
              <a:rect r="r" b="b" t="t" l="l"/>
              <a:pathLst>
                <a:path h="387459" w="412882">
                  <a:moveTo>
                    <a:pt x="330744" y="8197"/>
                  </a:moveTo>
                  <a:cubicBezTo>
                    <a:pt x="268812" y="-19473"/>
                    <a:pt x="224321" y="30160"/>
                    <a:pt x="206433" y="49978"/>
                  </a:cubicBezTo>
                  <a:cubicBezTo>
                    <a:pt x="188541" y="30158"/>
                    <a:pt x="144056" y="-19471"/>
                    <a:pt x="82129" y="8197"/>
                  </a:cubicBezTo>
                  <a:cubicBezTo>
                    <a:pt x="16685" y="27871"/>
                    <a:pt x="-15553" y="88345"/>
                    <a:pt x="7338" y="162776"/>
                  </a:cubicBezTo>
                  <a:cubicBezTo>
                    <a:pt x="32878" y="274654"/>
                    <a:pt x="156101" y="364433"/>
                    <a:pt x="206433" y="387459"/>
                  </a:cubicBezTo>
                  <a:cubicBezTo>
                    <a:pt x="256759" y="364440"/>
                    <a:pt x="380002" y="274661"/>
                    <a:pt x="405545" y="162776"/>
                  </a:cubicBezTo>
                  <a:cubicBezTo>
                    <a:pt x="428436" y="88345"/>
                    <a:pt x="396189" y="27871"/>
                    <a:pt x="330744" y="81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5517" y="15664"/>
              <a:ext cx="357232" cy="32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40084" y="3765694"/>
            <a:ext cx="8384549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spc="-240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74 + 28 =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67859" y="3509584"/>
            <a:ext cx="32789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B. 110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07382" y="5406265"/>
            <a:ext cx="323290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C. 46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33552" y="7416056"/>
            <a:ext cx="323290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D. 92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7732" y="1528062"/>
            <a:ext cx="8952535" cy="7471298"/>
          </a:xfrm>
          <a:custGeom>
            <a:avLst/>
            <a:gdLst/>
            <a:ahLst/>
            <a:cxnLst/>
            <a:rect r="r" b="b" t="t" l="l"/>
            <a:pathLst>
              <a:path h="7471298" w="8952535">
                <a:moveTo>
                  <a:pt x="0" y="0"/>
                </a:moveTo>
                <a:lnTo>
                  <a:pt x="8952536" y="0"/>
                </a:lnTo>
                <a:lnTo>
                  <a:pt x="8952536" y="7471298"/>
                </a:lnTo>
                <a:lnTo>
                  <a:pt x="0" y="7471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736790">
            <a:off x="13826712" y="5434175"/>
            <a:ext cx="2960108" cy="4412086"/>
          </a:xfrm>
          <a:custGeom>
            <a:avLst/>
            <a:gdLst/>
            <a:ahLst/>
            <a:cxnLst/>
            <a:rect r="r" b="b" t="t" l="l"/>
            <a:pathLst>
              <a:path h="4412086" w="2960108">
                <a:moveTo>
                  <a:pt x="0" y="0"/>
                </a:moveTo>
                <a:lnTo>
                  <a:pt x="2960108" y="0"/>
                </a:lnTo>
                <a:lnTo>
                  <a:pt x="2960108" y="4412086"/>
                </a:lnTo>
                <a:lnTo>
                  <a:pt x="0" y="4412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38555">
            <a:off x="229981" y="6884326"/>
            <a:ext cx="6269529" cy="6292411"/>
          </a:xfrm>
          <a:custGeom>
            <a:avLst/>
            <a:gdLst/>
            <a:ahLst/>
            <a:cxnLst/>
            <a:rect r="r" b="b" t="t" l="l"/>
            <a:pathLst>
              <a:path h="6292411" w="6269529">
                <a:moveTo>
                  <a:pt x="0" y="0"/>
                </a:moveTo>
                <a:lnTo>
                  <a:pt x="6269529" y="0"/>
                </a:lnTo>
                <a:lnTo>
                  <a:pt x="6269529" y="6292410"/>
                </a:lnTo>
                <a:lnTo>
                  <a:pt x="0" y="629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79188" y="3346617"/>
            <a:ext cx="7929623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spc="-300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A. 102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99293" y="-529338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9" y="0"/>
                </a:lnTo>
                <a:lnTo>
                  <a:pt x="4076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6427" y="-506612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9" y="0"/>
                </a:lnTo>
                <a:lnTo>
                  <a:pt x="4076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41425" y="243540"/>
            <a:ext cx="10686560" cy="4508068"/>
          </a:xfrm>
          <a:custGeom>
            <a:avLst/>
            <a:gdLst/>
            <a:ahLst/>
            <a:cxnLst/>
            <a:rect r="r" b="b" t="t" l="l"/>
            <a:pathLst>
              <a:path h="4508068" w="10686560">
                <a:moveTo>
                  <a:pt x="0" y="0"/>
                </a:moveTo>
                <a:lnTo>
                  <a:pt x="10686560" y="0"/>
                </a:lnTo>
                <a:lnTo>
                  <a:pt x="10686560" y="4508069"/>
                </a:lnTo>
                <a:lnTo>
                  <a:pt x="0" y="4508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45387" y="1541263"/>
            <a:ext cx="8197227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spc="-240">
                <a:solidFill>
                  <a:srgbClr val="16191B"/>
                </a:solidFill>
                <a:latin typeface="Arsenal"/>
                <a:ea typeface="Arsenal"/>
                <a:cs typeface="Arsenal"/>
                <a:sym typeface="Arsenal"/>
              </a:rPr>
              <a:t>92 - 37 = 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11573" y="5061395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6" y="0"/>
                </a:lnTo>
                <a:lnTo>
                  <a:pt x="3869316" y="1716569"/>
                </a:lnTo>
                <a:lnTo>
                  <a:pt x="0" y="17165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41425" y="5205305"/>
            <a:ext cx="32789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A. 102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11573" y="7254214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6" y="0"/>
                </a:lnTo>
                <a:lnTo>
                  <a:pt x="3869316" y="1716570"/>
                </a:lnTo>
                <a:lnTo>
                  <a:pt x="0" y="1716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41425" y="7448956"/>
            <a:ext cx="32789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B. 110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933280" y="5061395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69"/>
                </a:lnTo>
                <a:lnTo>
                  <a:pt x="0" y="1716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502656" y="5207648"/>
            <a:ext cx="323290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C. 55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07111" y="7254214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6" y="0"/>
                </a:lnTo>
                <a:lnTo>
                  <a:pt x="3869316" y="1716570"/>
                </a:lnTo>
                <a:lnTo>
                  <a:pt x="0" y="1716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502656" y="7465089"/>
            <a:ext cx="323290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D. 92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02958" y="7807244"/>
            <a:ext cx="2921115" cy="2814893"/>
          </a:xfrm>
          <a:custGeom>
            <a:avLst/>
            <a:gdLst/>
            <a:ahLst/>
            <a:cxnLst/>
            <a:rect r="r" b="b" t="t" l="l"/>
            <a:pathLst>
              <a:path h="2814893" w="2921115">
                <a:moveTo>
                  <a:pt x="0" y="0"/>
                </a:moveTo>
                <a:lnTo>
                  <a:pt x="2921115" y="0"/>
                </a:lnTo>
                <a:lnTo>
                  <a:pt x="2921115" y="2814892"/>
                </a:lnTo>
                <a:lnTo>
                  <a:pt x="0" y="2814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23594" y="1371435"/>
            <a:ext cx="1587979" cy="1322353"/>
          </a:xfrm>
          <a:custGeom>
            <a:avLst/>
            <a:gdLst/>
            <a:ahLst/>
            <a:cxnLst/>
            <a:rect r="r" b="b" t="t" l="l"/>
            <a:pathLst>
              <a:path h="1322353" w="1587979">
                <a:moveTo>
                  <a:pt x="0" y="0"/>
                </a:moveTo>
                <a:lnTo>
                  <a:pt x="1587979" y="0"/>
                </a:lnTo>
                <a:lnTo>
                  <a:pt x="1587979" y="1322353"/>
                </a:lnTo>
                <a:lnTo>
                  <a:pt x="0" y="13223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81313" y="4245516"/>
            <a:ext cx="3116685" cy="1105007"/>
          </a:xfrm>
          <a:custGeom>
            <a:avLst/>
            <a:gdLst/>
            <a:ahLst/>
            <a:cxnLst/>
            <a:rect r="r" b="b" t="t" l="l"/>
            <a:pathLst>
              <a:path h="1105007" w="3116685">
                <a:moveTo>
                  <a:pt x="0" y="0"/>
                </a:moveTo>
                <a:lnTo>
                  <a:pt x="3116685" y="0"/>
                </a:lnTo>
                <a:lnTo>
                  <a:pt x="3116685" y="1105007"/>
                </a:lnTo>
                <a:lnTo>
                  <a:pt x="0" y="11050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562768" y="6424333"/>
            <a:ext cx="2703867" cy="3862667"/>
          </a:xfrm>
          <a:custGeom>
            <a:avLst/>
            <a:gdLst/>
            <a:ahLst/>
            <a:cxnLst/>
            <a:rect r="r" b="b" t="t" l="l"/>
            <a:pathLst>
              <a:path h="3862667" w="2703867">
                <a:moveTo>
                  <a:pt x="0" y="0"/>
                </a:moveTo>
                <a:lnTo>
                  <a:pt x="2703867" y="0"/>
                </a:lnTo>
                <a:lnTo>
                  <a:pt x="2703867" y="3862667"/>
                </a:lnTo>
                <a:lnTo>
                  <a:pt x="0" y="38626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7732" y="1528062"/>
            <a:ext cx="8952535" cy="7471298"/>
          </a:xfrm>
          <a:custGeom>
            <a:avLst/>
            <a:gdLst/>
            <a:ahLst/>
            <a:cxnLst/>
            <a:rect r="r" b="b" t="t" l="l"/>
            <a:pathLst>
              <a:path h="7471298" w="8952535">
                <a:moveTo>
                  <a:pt x="0" y="0"/>
                </a:moveTo>
                <a:lnTo>
                  <a:pt x="8952536" y="0"/>
                </a:lnTo>
                <a:lnTo>
                  <a:pt x="8952536" y="7471298"/>
                </a:lnTo>
                <a:lnTo>
                  <a:pt x="0" y="7471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38555">
            <a:off x="229981" y="6884326"/>
            <a:ext cx="6269529" cy="6292411"/>
          </a:xfrm>
          <a:custGeom>
            <a:avLst/>
            <a:gdLst/>
            <a:ahLst/>
            <a:cxnLst/>
            <a:rect r="r" b="b" t="t" l="l"/>
            <a:pathLst>
              <a:path h="6292411" w="6269529">
                <a:moveTo>
                  <a:pt x="0" y="0"/>
                </a:moveTo>
                <a:lnTo>
                  <a:pt x="6269529" y="0"/>
                </a:lnTo>
                <a:lnTo>
                  <a:pt x="6269529" y="6292410"/>
                </a:lnTo>
                <a:lnTo>
                  <a:pt x="0" y="629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79188" y="3346617"/>
            <a:ext cx="7929623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spc="-300">
                <a:solidFill>
                  <a:srgbClr val="16191B"/>
                </a:solidFill>
                <a:latin typeface="Arsenal"/>
                <a:ea typeface="Arsenal"/>
                <a:cs typeface="Arsenal"/>
                <a:sym typeface="Arsenal"/>
              </a:rPr>
              <a:t>C. 55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99293" y="-529338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9" y="0"/>
                </a:lnTo>
                <a:lnTo>
                  <a:pt x="4076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29953" y="1303162"/>
            <a:ext cx="2629347" cy="5902616"/>
          </a:xfrm>
          <a:custGeom>
            <a:avLst/>
            <a:gdLst/>
            <a:ahLst/>
            <a:cxnLst/>
            <a:rect r="r" b="b" t="t" l="l"/>
            <a:pathLst>
              <a:path h="5902616" w="2629347">
                <a:moveTo>
                  <a:pt x="0" y="0"/>
                </a:moveTo>
                <a:lnTo>
                  <a:pt x="2629347" y="0"/>
                </a:lnTo>
                <a:lnTo>
                  <a:pt x="2629347" y="5902616"/>
                </a:lnTo>
                <a:lnTo>
                  <a:pt x="0" y="5902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1054">
            <a:off x="864115" y="5918367"/>
            <a:ext cx="3627712" cy="2011731"/>
          </a:xfrm>
          <a:custGeom>
            <a:avLst/>
            <a:gdLst/>
            <a:ahLst/>
            <a:cxnLst/>
            <a:rect r="r" b="b" t="t" l="l"/>
            <a:pathLst>
              <a:path h="2011731" w="3627712">
                <a:moveTo>
                  <a:pt x="0" y="0"/>
                </a:moveTo>
                <a:lnTo>
                  <a:pt x="3627712" y="0"/>
                </a:lnTo>
                <a:lnTo>
                  <a:pt x="3627712" y="2011731"/>
                </a:lnTo>
                <a:lnTo>
                  <a:pt x="0" y="20117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58986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2"/>
                </a:lnTo>
                <a:lnTo>
                  <a:pt x="0" y="660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97810" y="-94715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595" y="2463073"/>
            <a:ext cx="10923526" cy="4608031"/>
          </a:xfrm>
          <a:custGeom>
            <a:avLst/>
            <a:gdLst/>
            <a:ahLst/>
            <a:cxnLst/>
            <a:rect r="r" b="b" t="t" l="l"/>
            <a:pathLst>
              <a:path h="4608031" w="10923526">
                <a:moveTo>
                  <a:pt x="0" y="0"/>
                </a:moveTo>
                <a:lnTo>
                  <a:pt x="10923526" y="0"/>
                </a:lnTo>
                <a:lnTo>
                  <a:pt x="10923526" y="4608031"/>
                </a:lnTo>
                <a:lnTo>
                  <a:pt x="0" y="46080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0084" y="3781960"/>
            <a:ext cx="8384549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spc="-240">
                <a:solidFill>
                  <a:srgbClr val="16191B"/>
                </a:solidFill>
                <a:latin typeface="Arsenal"/>
                <a:ea typeface="Arsenal"/>
                <a:cs typeface="Arsenal"/>
                <a:sym typeface="Arsenal"/>
              </a:rPr>
              <a:t>84 - 41 = 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738006" y="1365249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69"/>
                </a:lnTo>
                <a:lnTo>
                  <a:pt x="0" y="17165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67859" y="1509159"/>
            <a:ext cx="32789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A. 125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38006" y="3314842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70"/>
                </a:lnTo>
                <a:lnTo>
                  <a:pt x="0" y="1716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67859" y="3509584"/>
            <a:ext cx="32789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B. 43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738006" y="5260012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70"/>
                </a:lnTo>
                <a:lnTo>
                  <a:pt x="0" y="1716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08941" y="5403922"/>
            <a:ext cx="323290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C. 40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738006" y="7205182"/>
            <a:ext cx="3869317" cy="1716570"/>
          </a:xfrm>
          <a:custGeom>
            <a:avLst/>
            <a:gdLst/>
            <a:ahLst/>
            <a:cxnLst/>
            <a:rect r="r" b="b" t="t" l="l"/>
            <a:pathLst>
              <a:path h="1716570" w="3869317">
                <a:moveTo>
                  <a:pt x="0" y="0"/>
                </a:moveTo>
                <a:lnTo>
                  <a:pt x="3869317" y="0"/>
                </a:lnTo>
                <a:lnTo>
                  <a:pt x="3869317" y="1716569"/>
                </a:lnTo>
                <a:lnTo>
                  <a:pt x="0" y="1716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33552" y="7416056"/>
            <a:ext cx="323290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D. 45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924569" y="6665791"/>
            <a:ext cx="3363431" cy="4511920"/>
          </a:xfrm>
          <a:custGeom>
            <a:avLst/>
            <a:gdLst/>
            <a:ahLst/>
            <a:cxnLst/>
            <a:rect r="r" b="b" t="t" l="l"/>
            <a:pathLst>
              <a:path h="4511920" w="3363431">
                <a:moveTo>
                  <a:pt x="0" y="0"/>
                </a:moveTo>
                <a:lnTo>
                  <a:pt x="3363431" y="0"/>
                </a:lnTo>
                <a:lnTo>
                  <a:pt x="3363431" y="4511920"/>
                </a:lnTo>
                <a:lnTo>
                  <a:pt x="0" y="4511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48409">
            <a:off x="742656" y="6553477"/>
            <a:ext cx="3651425" cy="3286283"/>
          </a:xfrm>
          <a:custGeom>
            <a:avLst/>
            <a:gdLst/>
            <a:ahLst/>
            <a:cxnLst/>
            <a:rect r="r" b="b" t="t" l="l"/>
            <a:pathLst>
              <a:path h="3286283" w="3651425">
                <a:moveTo>
                  <a:pt x="0" y="0"/>
                </a:moveTo>
                <a:lnTo>
                  <a:pt x="3651425" y="0"/>
                </a:lnTo>
                <a:lnTo>
                  <a:pt x="3651425" y="3286283"/>
                </a:lnTo>
                <a:lnTo>
                  <a:pt x="0" y="3286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372434">
            <a:off x="2412035" y="743639"/>
            <a:ext cx="2634481" cy="2438092"/>
          </a:xfrm>
          <a:custGeom>
            <a:avLst/>
            <a:gdLst/>
            <a:ahLst/>
            <a:cxnLst/>
            <a:rect r="r" b="b" t="t" l="l"/>
            <a:pathLst>
              <a:path h="2438092" w="2634481">
                <a:moveTo>
                  <a:pt x="0" y="0"/>
                </a:moveTo>
                <a:lnTo>
                  <a:pt x="2634481" y="0"/>
                </a:lnTo>
                <a:lnTo>
                  <a:pt x="2634481" y="2438092"/>
                </a:lnTo>
                <a:lnTo>
                  <a:pt x="0" y="24380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128226" y="7205182"/>
            <a:ext cx="2031548" cy="1322353"/>
          </a:xfrm>
          <a:custGeom>
            <a:avLst/>
            <a:gdLst/>
            <a:ahLst/>
            <a:cxnLst/>
            <a:rect r="r" b="b" t="t" l="l"/>
            <a:pathLst>
              <a:path h="1322353" w="2031548">
                <a:moveTo>
                  <a:pt x="0" y="0"/>
                </a:moveTo>
                <a:lnTo>
                  <a:pt x="2031548" y="0"/>
                </a:lnTo>
                <a:lnTo>
                  <a:pt x="2031548" y="1322353"/>
                </a:lnTo>
                <a:lnTo>
                  <a:pt x="0" y="132235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7732" y="1528062"/>
            <a:ext cx="8952535" cy="7471298"/>
          </a:xfrm>
          <a:custGeom>
            <a:avLst/>
            <a:gdLst/>
            <a:ahLst/>
            <a:cxnLst/>
            <a:rect r="r" b="b" t="t" l="l"/>
            <a:pathLst>
              <a:path h="7471298" w="8952535">
                <a:moveTo>
                  <a:pt x="0" y="0"/>
                </a:moveTo>
                <a:lnTo>
                  <a:pt x="8952536" y="0"/>
                </a:lnTo>
                <a:lnTo>
                  <a:pt x="8952536" y="7471298"/>
                </a:lnTo>
                <a:lnTo>
                  <a:pt x="0" y="7471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38555">
            <a:off x="229981" y="6884326"/>
            <a:ext cx="6269529" cy="6292411"/>
          </a:xfrm>
          <a:custGeom>
            <a:avLst/>
            <a:gdLst/>
            <a:ahLst/>
            <a:cxnLst/>
            <a:rect r="r" b="b" t="t" l="l"/>
            <a:pathLst>
              <a:path h="6292411" w="6269529">
                <a:moveTo>
                  <a:pt x="0" y="0"/>
                </a:moveTo>
                <a:lnTo>
                  <a:pt x="6269529" y="0"/>
                </a:lnTo>
                <a:lnTo>
                  <a:pt x="6269529" y="6292410"/>
                </a:lnTo>
                <a:lnTo>
                  <a:pt x="0" y="629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79188" y="3346617"/>
            <a:ext cx="7929623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spc="-300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B. 43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-482433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596043">
            <a:off x="13920166" y="764963"/>
            <a:ext cx="2283495" cy="5254905"/>
          </a:xfrm>
          <a:custGeom>
            <a:avLst/>
            <a:gdLst/>
            <a:ahLst/>
            <a:cxnLst/>
            <a:rect r="r" b="b" t="t" l="l"/>
            <a:pathLst>
              <a:path h="5254905" w="2283495">
                <a:moveTo>
                  <a:pt x="0" y="0"/>
                </a:moveTo>
                <a:lnTo>
                  <a:pt x="2283494" y="0"/>
                </a:lnTo>
                <a:lnTo>
                  <a:pt x="2283494" y="5254905"/>
                </a:lnTo>
                <a:lnTo>
                  <a:pt x="0" y="52549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7989" y="6961157"/>
            <a:ext cx="3985580" cy="2297143"/>
          </a:xfrm>
          <a:custGeom>
            <a:avLst/>
            <a:gdLst/>
            <a:ahLst/>
            <a:cxnLst/>
            <a:rect r="r" b="b" t="t" l="l"/>
            <a:pathLst>
              <a:path h="2297143" w="3985580">
                <a:moveTo>
                  <a:pt x="0" y="0"/>
                </a:moveTo>
                <a:lnTo>
                  <a:pt x="3985580" y="0"/>
                </a:lnTo>
                <a:lnTo>
                  <a:pt x="3985580" y="2297143"/>
                </a:lnTo>
                <a:lnTo>
                  <a:pt x="0" y="22971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5530" y="6844861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9" y="0"/>
                </a:lnTo>
                <a:lnTo>
                  <a:pt x="4076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170">
            <a:off x="2804131" y="585334"/>
            <a:ext cx="13187753" cy="5898522"/>
          </a:xfrm>
          <a:custGeom>
            <a:avLst/>
            <a:gdLst/>
            <a:ahLst/>
            <a:cxnLst/>
            <a:rect r="r" b="b" t="t" l="l"/>
            <a:pathLst>
              <a:path h="5898522" w="13187753">
                <a:moveTo>
                  <a:pt x="0" y="0"/>
                </a:moveTo>
                <a:lnTo>
                  <a:pt x="13187752" y="0"/>
                </a:lnTo>
                <a:lnTo>
                  <a:pt x="13187752" y="5898522"/>
                </a:lnTo>
                <a:lnTo>
                  <a:pt x="0" y="5898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11031" y="1234792"/>
            <a:ext cx="5936511" cy="240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b="true" sz="3479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A tank at the aquarium has 45 clownfish and 27 angelfish. How many fish are in the tank altogether?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82744" y="5129843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2744" y="7036464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52014" y="5129843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52014" y="7036464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56101" y="7011323"/>
            <a:ext cx="579542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D. 18 fish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82744" y="1114643"/>
            <a:ext cx="1545498" cy="3386550"/>
          </a:xfrm>
          <a:custGeom>
            <a:avLst/>
            <a:gdLst/>
            <a:ahLst/>
            <a:cxnLst/>
            <a:rect r="r" b="b" t="t" l="l"/>
            <a:pathLst>
              <a:path h="3386550" w="1545498">
                <a:moveTo>
                  <a:pt x="0" y="0"/>
                </a:moveTo>
                <a:lnTo>
                  <a:pt x="1545499" y="0"/>
                </a:lnTo>
                <a:lnTo>
                  <a:pt x="1545499" y="3386550"/>
                </a:lnTo>
                <a:lnTo>
                  <a:pt x="0" y="33865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89460" y="2980830"/>
            <a:ext cx="2924126" cy="1254716"/>
          </a:xfrm>
          <a:custGeom>
            <a:avLst/>
            <a:gdLst/>
            <a:ahLst/>
            <a:cxnLst/>
            <a:rect r="r" b="b" t="t" l="l"/>
            <a:pathLst>
              <a:path h="1254716" w="2924126">
                <a:moveTo>
                  <a:pt x="0" y="0"/>
                </a:moveTo>
                <a:lnTo>
                  <a:pt x="2924126" y="0"/>
                </a:lnTo>
                <a:lnTo>
                  <a:pt x="2924126" y="1254716"/>
                </a:lnTo>
                <a:lnTo>
                  <a:pt x="0" y="12547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59338" y="8064061"/>
            <a:ext cx="4784370" cy="2870622"/>
          </a:xfrm>
          <a:custGeom>
            <a:avLst/>
            <a:gdLst/>
            <a:ahLst/>
            <a:cxnLst/>
            <a:rect r="r" b="b" t="t" l="l"/>
            <a:pathLst>
              <a:path h="2870622" w="4784370">
                <a:moveTo>
                  <a:pt x="0" y="0"/>
                </a:moveTo>
                <a:lnTo>
                  <a:pt x="4784370" y="0"/>
                </a:lnTo>
                <a:lnTo>
                  <a:pt x="4784370" y="2870622"/>
                </a:lnTo>
                <a:lnTo>
                  <a:pt x="0" y="28706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28124" y="5104702"/>
            <a:ext cx="618290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A. 62 fish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8124" y="7011323"/>
            <a:ext cx="618290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B. 80 fish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56101" y="5130361"/>
            <a:ext cx="594927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C. 72 fish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973142" y="1560143"/>
            <a:ext cx="2836275" cy="2836275"/>
            <a:chOff x="0" y="0"/>
            <a:chExt cx="3048000" cy="30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D4EDF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52113" lIns="252113" bIns="252113" rIns="252113"/>
            <a:lstStyle/>
            <a:p>
              <a:pPr algn="l">
                <a:lnSpc>
                  <a:spcPts val="2431"/>
                </a:lnSpc>
              </a:pPr>
              <a:r>
                <a:rPr lang="en-US" sz="1737" b="true">
                  <a:solidFill>
                    <a:srgbClr val="16191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WORD: TOGETHER</a:t>
              </a:r>
            </a:p>
            <a:p>
              <a:pPr algn="l">
                <a:lnSpc>
                  <a:spcPts val="2431"/>
                </a:lnSpc>
              </a:pPr>
              <a:r>
                <a:rPr lang="en-US" sz="1737" b="true">
                  <a:solidFill>
                    <a:srgbClr val="16191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(ADD)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7732" y="1528062"/>
            <a:ext cx="8952535" cy="7471298"/>
          </a:xfrm>
          <a:custGeom>
            <a:avLst/>
            <a:gdLst/>
            <a:ahLst/>
            <a:cxnLst/>
            <a:rect r="r" b="b" t="t" l="l"/>
            <a:pathLst>
              <a:path h="7471298" w="8952535">
                <a:moveTo>
                  <a:pt x="0" y="0"/>
                </a:moveTo>
                <a:lnTo>
                  <a:pt x="8952536" y="0"/>
                </a:lnTo>
                <a:lnTo>
                  <a:pt x="8952536" y="7471298"/>
                </a:lnTo>
                <a:lnTo>
                  <a:pt x="0" y="7471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38555">
            <a:off x="229981" y="6884326"/>
            <a:ext cx="6269529" cy="6292411"/>
          </a:xfrm>
          <a:custGeom>
            <a:avLst/>
            <a:gdLst/>
            <a:ahLst/>
            <a:cxnLst/>
            <a:rect r="r" b="b" t="t" l="l"/>
            <a:pathLst>
              <a:path h="6292411" w="6269529">
                <a:moveTo>
                  <a:pt x="0" y="0"/>
                </a:moveTo>
                <a:lnTo>
                  <a:pt x="6269529" y="0"/>
                </a:lnTo>
                <a:lnTo>
                  <a:pt x="6269529" y="6292410"/>
                </a:lnTo>
                <a:lnTo>
                  <a:pt x="0" y="629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79188" y="3801010"/>
            <a:ext cx="7929623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spc="-220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B. 72 fish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36631" y="-94715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17114" y="6988330"/>
            <a:ext cx="4967985" cy="2474960"/>
          </a:xfrm>
          <a:custGeom>
            <a:avLst/>
            <a:gdLst/>
            <a:ahLst/>
            <a:cxnLst/>
            <a:rect r="r" b="b" t="t" l="l"/>
            <a:pathLst>
              <a:path h="2474960" w="4967985">
                <a:moveTo>
                  <a:pt x="0" y="0"/>
                </a:moveTo>
                <a:lnTo>
                  <a:pt x="4967985" y="0"/>
                </a:lnTo>
                <a:lnTo>
                  <a:pt x="4967985" y="2474960"/>
                </a:lnTo>
                <a:lnTo>
                  <a:pt x="0" y="2474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2234219" y="390513"/>
            <a:ext cx="3719433" cy="2258710"/>
          </a:xfrm>
          <a:custGeom>
            <a:avLst/>
            <a:gdLst/>
            <a:ahLst/>
            <a:cxnLst/>
            <a:rect r="r" b="b" t="t" l="l"/>
            <a:pathLst>
              <a:path h="2258710" w="3719433">
                <a:moveTo>
                  <a:pt x="3719433" y="0"/>
                </a:moveTo>
                <a:lnTo>
                  <a:pt x="0" y="0"/>
                </a:lnTo>
                <a:lnTo>
                  <a:pt x="0" y="2258710"/>
                </a:lnTo>
                <a:lnTo>
                  <a:pt x="3719433" y="2258710"/>
                </a:lnTo>
                <a:lnTo>
                  <a:pt x="371943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413074" y="7086760"/>
            <a:ext cx="4784936" cy="3401655"/>
          </a:xfrm>
          <a:custGeom>
            <a:avLst/>
            <a:gdLst/>
            <a:ahLst/>
            <a:cxnLst/>
            <a:rect r="r" b="b" t="t" l="l"/>
            <a:pathLst>
              <a:path h="3401655" w="4784936">
                <a:moveTo>
                  <a:pt x="4784937" y="0"/>
                </a:moveTo>
                <a:lnTo>
                  <a:pt x="0" y="0"/>
                </a:lnTo>
                <a:lnTo>
                  <a:pt x="0" y="3401655"/>
                </a:lnTo>
                <a:lnTo>
                  <a:pt x="4784937" y="3401655"/>
                </a:lnTo>
                <a:lnTo>
                  <a:pt x="4784937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7430" y="-733149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7938" y="1028700"/>
            <a:ext cx="7903493" cy="7702313"/>
          </a:xfrm>
          <a:custGeom>
            <a:avLst/>
            <a:gdLst/>
            <a:ahLst/>
            <a:cxnLst/>
            <a:rect r="r" b="b" t="t" l="l"/>
            <a:pathLst>
              <a:path h="7702313" w="7903493">
                <a:moveTo>
                  <a:pt x="0" y="0"/>
                </a:moveTo>
                <a:lnTo>
                  <a:pt x="7903493" y="0"/>
                </a:lnTo>
                <a:lnTo>
                  <a:pt x="7903493" y="7702313"/>
                </a:lnTo>
                <a:lnTo>
                  <a:pt x="0" y="77023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314767" y="2254767"/>
            <a:ext cx="7065157" cy="527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5107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 deep sea diver is collecting seashells. She finds 68 shells and wants to give them as gifts. She gives 53 away. How many shells does she have left?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882462" y="1324251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82462" y="3312124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82462" y="5299996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82462" y="7287868"/>
            <a:ext cx="6953241" cy="1276868"/>
          </a:xfrm>
          <a:custGeom>
            <a:avLst/>
            <a:gdLst/>
            <a:ahLst/>
            <a:cxnLst/>
            <a:rect r="r" b="b" t="t" l="l"/>
            <a:pathLst>
              <a:path h="1276868" w="6953241">
                <a:moveTo>
                  <a:pt x="0" y="0"/>
                </a:moveTo>
                <a:lnTo>
                  <a:pt x="6953242" y="0"/>
                </a:lnTo>
                <a:lnTo>
                  <a:pt x="6953242" y="1276868"/>
                </a:lnTo>
                <a:lnTo>
                  <a:pt x="0" y="12768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67630" y="1299110"/>
            <a:ext cx="618290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A. 15 shells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67630" y="3286983"/>
            <a:ext cx="618290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B. 5 shells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7630" y="5274792"/>
            <a:ext cx="618290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C. 121 shells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67630" y="7262664"/>
            <a:ext cx="618290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A. 20 shells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255734" y="7497292"/>
            <a:ext cx="3243847" cy="2789708"/>
          </a:xfrm>
          <a:custGeom>
            <a:avLst/>
            <a:gdLst/>
            <a:ahLst/>
            <a:cxnLst/>
            <a:rect r="r" b="b" t="t" l="l"/>
            <a:pathLst>
              <a:path h="2789708" w="3243847">
                <a:moveTo>
                  <a:pt x="3243846" y="0"/>
                </a:moveTo>
                <a:lnTo>
                  <a:pt x="0" y="0"/>
                </a:lnTo>
                <a:lnTo>
                  <a:pt x="0" y="2789708"/>
                </a:lnTo>
                <a:lnTo>
                  <a:pt x="3243846" y="2789708"/>
                </a:lnTo>
                <a:lnTo>
                  <a:pt x="324384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07605" y="582961"/>
            <a:ext cx="1836395" cy="1652755"/>
          </a:xfrm>
          <a:custGeom>
            <a:avLst/>
            <a:gdLst/>
            <a:ahLst/>
            <a:cxnLst/>
            <a:rect r="r" b="b" t="t" l="l"/>
            <a:pathLst>
              <a:path h="1652755" w="1836395">
                <a:moveTo>
                  <a:pt x="0" y="0"/>
                </a:moveTo>
                <a:lnTo>
                  <a:pt x="1836395" y="0"/>
                </a:lnTo>
                <a:lnTo>
                  <a:pt x="1836395" y="1652756"/>
                </a:lnTo>
                <a:lnTo>
                  <a:pt x="0" y="16527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88923" y="8243126"/>
            <a:ext cx="1493561" cy="1298040"/>
          </a:xfrm>
          <a:custGeom>
            <a:avLst/>
            <a:gdLst/>
            <a:ahLst/>
            <a:cxnLst/>
            <a:rect r="r" b="b" t="t" l="l"/>
            <a:pathLst>
              <a:path h="1298040" w="1493561">
                <a:moveTo>
                  <a:pt x="0" y="0"/>
                </a:moveTo>
                <a:lnTo>
                  <a:pt x="1493561" y="0"/>
                </a:lnTo>
                <a:lnTo>
                  <a:pt x="1493561" y="1298040"/>
                </a:lnTo>
                <a:lnTo>
                  <a:pt x="0" y="12980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057599" y="8456464"/>
            <a:ext cx="1789747" cy="2383440"/>
          </a:xfrm>
          <a:custGeom>
            <a:avLst/>
            <a:gdLst/>
            <a:ahLst/>
            <a:cxnLst/>
            <a:rect r="r" b="b" t="t" l="l"/>
            <a:pathLst>
              <a:path h="2383440" w="1789747">
                <a:moveTo>
                  <a:pt x="0" y="0"/>
                </a:moveTo>
                <a:lnTo>
                  <a:pt x="1789746" y="0"/>
                </a:lnTo>
                <a:lnTo>
                  <a:pt x="1789746" y="2383440"/>
                </a:lnTo>
                <a:lnTo>
                  <a:pt x="0" y="23834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67732" y="1528062"/>
            <a:ext cx="8952535" cy="7471298"/>
          </a:xfrm>
          <a:custGeom>
            <a:avLst/>
            <a:gdLst/>
            <a:ahLst/>
            <a:cxnLst/>
            <a:rect r="r" b="b" t="t" l="l"/>
            <a:pathLst>
              <a:path h="7471298" w="8952535">
                <a:moveTo>
                  <a:pt x="0" y="0"/>
                </a:moveTo>
                <a:lnTo>
                  <a:pt x="8952536" y="0"/>
                </a:lnTo>
                <a:lnTo>
                  <a:pt x="8952536" y="7471298"/>
                </a:lnTo>
                <a:lnTo>
                  <a:pt x="0" y="7471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38555">
            <a:off x="229981" y="6884326"/>
            <a:ext cx="6269529" cy="6292411"/>
          </a:xfrm>
          <a:custGeom>
            <a:avLst/>
            <a:gdLst/>
            <a:ahLst/>
            <a:cxnLst/>
            <a:rect r="r" b="b" t="t" l="l"/>
            <a:pathLst>
              <a:path h="6292411" w="6269529">
                <a:moveTo>
                  <a:pt x="0" y="0"/>
                </a:moveTo>
                <a:lnTo>
                  <a:pt x="6269529" y="0"/>
                </a:lnTo>
                <a:lnTo>
                  <a:pt x="6269529" y="6292410"/>
                </a:lnTo>
                <a:lnTo>
                  <a:pt x="0" y="629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79188" y="3801010"/>
            <a:ext cx="7929623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spc="-220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A. 15 shells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36631" y="-94715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28700" y="7055675"/>
            <a:ext cx="5399125" cy="1943685"/>
          </a:xfrm>
          <a:custGeom>
            <a:avLst/>
            <a:gdLst/>
            <a:ahLst/>
            <a:cxnLst/>
            <a:rect r="r" b="b" t="t" l="l"/>
            <a:pathLst>
              <a:path h="1943685" w="5399125">
                <a:moveTo>
                  <a:pt x="5399125" y="0"/>
                </a:moveTo>
                <a:lnTo>
                  <a:pt x="0" y="0"/>
                </a:lnTo>
                <a:lnTo>
                  <a:pt x="0" y="1943685"/>
                </a:lnTo>
                <a:lnTo>
                  <a:pt x="5399125" y="1943685"/>
                </a:lnTo>
                <a:lnTo>
                  <a:pt x="539912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26081">
            <a:off x="14274757" y="4516906"/>
            <a:ext cx="2286145" cy="3720058"/>
          </a:xfrm>
          <a:custGeom>
            <a:avLst/>
            <a:gdLst/>
            <a:ahLst/>
            <a:cxnLst/>
            <a:rect r="r" b="b" t="t" l="l"/>
            <a:pathLst>
              <a:path h="3720058" w="2286145">
                <a:moveTo>
                  <a:pt x="0" y="0"/>
                </a:moveTo>
                <a:lnTo>
                  <a:pt x="2286145" y="0"/>
                </a:lnTo>
                <a:lnTo>
                  <a:pt x="2286145" y="3720059"/>
                </a:lnTo>
                <a:lnTo>
                  <a:pt x="0" y="37200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523010" y="1301509"/>
            <a:ext cx="1795788" cy="1322353"/>
          </a:xfrm>
          <a:custGeom>
            <a:avLst/>
            <a:gdLst/>
            <a:ahLst/>
            <a:cxnLst/>
            <a:rect r="r" b="b" t="t" l="l"/>
            <a:pathLst>
              <a:path h="1322353" w="1795788">
                <a:moveTo>
                  <a:pt x="1795788" y="0"/>
                </a:moveTo>
                <a:lnTo>
                  <a:pt x="0" y="0"/>
                </a:lnTo>
                <a:lnTo>
                  <a:pt x="0" y="1322353"/>
                </a:lnTo>
                <a:lnTo>
                  <a:pt x="1795788" y="1322353"/>
                </a:lnTo>
                <a:lnTo>
                  <a:pt x="179578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4158" y="1962685"/>
            <a:ext cx="22476316" cy="6602051"/>
          </a:xfrm>
          <a:custGeom>
            <a:avLst/>
            <a:gdLst/>
            <a:ahLst/>
            <a:cxnLst/>
            <a:rect r="r" b="b" t="t" l="l"/>
            <a:pathLst>
              <a:path h="6602051" w="22476316">
                <a:moveTo>
                  <a:pt x="0" y="0"/>
                </a:moveTo>
                <a:lnTo>
                  <a:pt x="22476316" y="0"/>
                </a:lnTo>
                <a:lnTo>
                  <a:pt x="22476316" y="6602051"/>
                </a:lnTo>
                <a:lnTo>
                  <a:pt x="0" y="660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38555">
            <a:off x="229981" y="6884326"/>
            <a:ext cx="6269529" cy="6292411"/>
          </a:xfrm>
          <a:custGeom>
            <a:avLst/>
            <a:gdLst/>
            <a:ahLst/>
            <a:cxnLst/>
            <a:rect r="r" b="b" t="t" l="l"/>
            <a:pathLst>
              <a:path h="6292411" w="6269529">
                <a:moveTo>
                  <a:pt x="0" y="0"/>
                </a:moveTo>
                <a:lnTo>
                  <a:pt x="6269529" y="0"/>
                </a:lnTo>
                <a:lnTo>
                  <a:pt x="6269529" y="6292410"/>
                </a:lnTo>
                <a:lnTo>
                  <a:pt x="0" y="6292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24060" y="1290769"/>
            <a:ext cx="12187190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spc="-220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Congratulations!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182752" y="4004121"/>
            <a:ext cx="4076548" cy="4114800"/>
          </a:xfrm>
          <a:custGeom>
            <a:avLst/>
            <a:gdLst/>
            <a:ahLst/>
            <a:cxnLst/>
            <a:rect r="r" b="b" t="t" l="l"/>
            <a:pathLst>
              <a:path h="4114800" w="4076548">
                <a:moveTo>
                  <a:pt x="0" y="0"/>
                </a:moveTo>
                <a:lnTo>
                  <a:pt x="4076548" y="0"/>
                </a:lnTo>
                <a:lnTo>
                  <a:pt x="4076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5155" y="1028700"/>
            <a:ext cx="3429081" cy="5486530"/>
          </a:xfrm>
          <a:custGeom>
            <a:avLst/>
            <a:gdLst/>
            <a:ahLst/>
            <a:cxnLst/>
            <a:rect r="r" b="b" t="t" l="l"/>
            <a:pathLst>
              <a:path h="5486530" w="3429081">
                <a:moveTo>
                  <a:pt x="0" y="0"/>
                </a:moveTo>
                <a:lnTo>
                  <a:pt x="3429081" y="0"/>
                </a:lnTo>
                <a:lnTo>
                  <a:pt x="3429081" y="5486530"/>
                </a:lnTo>
                <a:lnTo>
                  <a:pt x="0" y="54865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07157" y="6515230"/>
            <a:ext cx="4630724" cy="3931905"/>
          </a:xfrm>
          <a:custGeom>
            <a:avLst/>
            <a:gdLst/>
            <a:ahLst/>
            <a:cxnLst/>
            <a:rect r="r" b="b" t="t" l="l"/>
            <a:pathLst>
              <a:path h="3931905" w="4630724">
                <a:moveTo>
                  <a:pt x="0" y="0"/>
                </a:moveTo>
                <a:lnTo>
                  <a:pt x="4630723" y="0"/>
                </a:lnTo>
                <a:lnTo>
                  <a:pt x="4630723" y="3931905"/>
                </a:lnTo>
                <a:lnTo>
                  <a:pt x="0" y="39319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86223" y="7682921"/>
            <a:ext cx="2075674" cy="2764214"/>
          </a:xfrm>
          <a:custGeom>
            <a:avLst/>
            <a:gdLst/>
            <a:ahLst/>
            <a:cxnLst/>
            <a:rect r="r" b="b" t="t" l="l"/>
            <a:pathLst>
              <a:path h="2764214" w="2075674">
                <a:moveTo>
                  <a:pt x="0" y="0"/>
                </a:moveTo>
                <a:lnTo>
                  <a:pt x="2075674" y="0"/>
                </a:lnTo>
                <a:lnTo>
                  <a:pt x="2075674" y="2764214"/>
                </a:lnTo>
                <a:lnTo>
                  <a:pt x="0" y="27642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32057" y="7515588"/>
            <a:ext cx="2598224" cy="3485423"/>
          </a:xfrm>
          <a:custGeom>
            <a:avLst/>
            <a:gdLst/>
            <a:ahLst/>
            <a:cxnLst/>
            <a:rect r="r" b="b" t="t" l="l"/>
            <a:pathLst>
              <a:path h="3485423" w="2598224">
                <a:moveTo>
                  <a:pt x="0" y="0"/>
                </a:moveTo>
                <a:lnTo>
                  <a:pt x="2598224" y="0"/>
                </a:lnTo>
                <a:lnTo>
                  <a:pt x="2598224" y="3485424"/>
                </a:lnTo>
                <a:lnTo>
                  <a:pt x="0" y="34854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0859" y="7294968"/>
            <a:ext cx="3407773" cy="3283854"/>
          </a:xfrm>
          <a:custGeom>
            <a:avLst/>
            <a:gdLst/>
            <a:ahLst/>
            <a:cxnLst/>
            <a:rect r="r" b="b" t="t" l="l"/>
            <a:pathLst>
              <a:path h="3283854" w="3407773">
                <a:moveTo>
                  <a:pt x="0" y="0"/>
                </a:moveTo>
                <a:lnTo>
                  <a:pt x="3407773" y="0"/>
                </a:lnTo>
                <a:lnTo>
                  <a:pt x="3407773" y="3283854"/>
                </a:lnTo>
                <a:lnTo>
                  <a:pt x="0" y="328385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85833" y="5536246"/>
            <a:ext cx="3186042" cy="978984"/>
          </a:xfrm>
          <a:custGeom>
            <a:avLst/>
            <a:gdLst/>
            <a:ahLst/>
            <a:cxnLst/>
            <a:rect r="r" b="b" t="t" l="l"/>
            <a:pathLst>
              <a:path h="978984" w="3186042">
                <a:moveTo>
                  <a:pt x="0" y="0"/>
                </a:moveTo>
                <a:lnTo>
                  <a:pt x="3186042" y="0"/>
                </a:lnTo>
                <a:lnTo>
                  <a:pt x="3186042" y="978984"/>
                </a:lnTo>
                <a:lnTo>
                  <a:pt x="0" y="97898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79244" y="3064321"/>
            <a:ext cx="11199220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9E7A"/>
                </a:solidFill>
                <a:latin typeface="Radley"/>
                <a:ea typeface="Radley"/>
                <a:cs typeface="Radley"/>
                <a:sym typeface="Radley"/>
              </a:rPr>
              <a:t>Review complete!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062382" y="146243"/>
            <a:ext cx="2345475" cy="1202589"/>
          </a:xfrm>
          <a:custGeom>
            <a:avLst/>
            <a:gdLst/>
            <a:ahLst/>
            <a:cxnLst/>
            <a:rect r="r" b="b" t="t" l="l"/>
            <a:pathLst>
              <a:path h="1202589" w="2345475">
                <a:moveTo>
                  <a:pt x="0" y="0"/>
                </a:moveTo>
                <a:lnTo>
                  <a:pt x="2345475" y="0"/>
                </a:lnTo>
                <a:lnTo>
                  <a:pt x="2345475" y="1202589"/>
                </a:lnTo>
                <a:lnTo>
                  <a:pt x="0" y="120258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67907" y="6854412"/>
            <a:ext cx="1587979" cy="1322353"/>
          </a:xfrm>
          <a:custGeom>
            <a:avLst/>
            <a:gdLst/>
            <a:ahLst/>
            <a:cxnLst/>
            <a:rect r="r" b="b" t="t" l="l"/>
            <a:pathLst>
              <a:path h="1322353" w="1587979">
                <a:moveTo>
                  <a:pt x="0" y="0"/>
                </a:moveTo>
                <a:lnTo>
                  <a:pt x="1587979" y="0"/>
                </a:lnTo>
                <a:lnTo>
                  <a:pt x="1587979" y="1322353"/>
                </a:lnTo>
                <a:lnTo>
                  <a:pt x="0" y="13223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DAHKApt4uZs</dc:identifier>
  <dcterms:modified xsi:type="dcterms:W3CDTF">2011-08-01T06:04:30Z</dcterms:modified>
  <cp:revision>1</cp:revision>
  <dc:title>74 + 28 = ?</dc:title>
</cp:coreProperties>
</file>