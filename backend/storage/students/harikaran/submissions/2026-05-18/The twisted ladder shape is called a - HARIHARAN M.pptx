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untastic" charset="1" panose="00000000000000000000"/>
      <p:regular r:id="rId16"/>
    </p:embeddedFont>
    <p:embeddedFont>
      <p:font typeface="Dreaming Outloud Sa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26990"/>
            <a:ext cx="16230600" cy="7033020"/>
            <a:chOff x="0" y="0"/>
            <a:chExt cx="4274726" cy="1852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852318"/>
            </a:xfrm>
            <a:custGeom>
              <a:avLst/>
              <a:gdLst/>
              <a:ahLst/>
              <a:cxnLst/>
              <a:rect r="r" b="b" t="t" l="l"/>
              <a:pathLst>
                <a:path h="1852318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27991"/>
                  </a:lnTo>
                  <a:cubicBezTo>
                    <a:pt x="4274726" y="1834443"/>
                    <a:pt x="4272163" y="1840631"/>
                    <a:pt x="4267601" y="1845193"/>
                  </a:cubicBezTo>
                  <a:cubicBezTo>
                    <a:pt x="4263039" y="1849755"/>
                    <a:pt x="4256851" y="1852318"/>
                    <a:pt x="4250399" y="1852318"/>
                  </a:cubicBezTo>
                  <a:lnTo>
                    <a:pt x="24327" y="1852318"/>
                  </a:lnTo>
                  <a:cubicBezTo>
                    <a:pt x="10891" y="1852318"/>
                    <a:pt x="0" y="1841427"/>
                    <a:pt x="0" y="182799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37043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890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10280869">
            <a:off x="-2602200" y="-4845737"/>
            <a:ext cx="11776160" cy="12083746"/>
          </a:xfrm>
          <a:custGeom>
            <a:avLst/>
            <a:gdLst/>
            <a:ahLst/>
            <a:cxnLst/>
            <a:rect r="r" b="b" t="t" l="l"/>
            <a:pathLst>
              <a:path h="12083746" w="11776160">
                <a:moveTo>
                  <a:pt x="11776160" y="0"/>
                </a:moveTo>
                <a:lnTo>
                  <a:pt x="0" y="0"/>
                </a:lnTo>
                <a:lnTo>
                  <a:pt x="0" y="12083745"/>
                </a:lnTo>
                <a:lnTo>
                  <a:pt x="11776160" y="12083745"/>
                </a:lnTo>
                <a:lnTo>
                  <a:pt x="117761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280869">
            <a:off x="11201613" y="1301542"/>
            <a:ext cx="11776160" cy="12083746"/>
          </a:xfrm>
          <a:custGeom>
            <a:avLst/>
            <a:gdLst/>
            <a:ahLst/>
            <a:cxnLst/>
            <a:rect r="r" b="b" t="t" l="l"/>
            <a:pathLst>
              <a:path h="12083746" w="11776160">
                <a:moveTo>
                  <a:pt x="11776160" y="0"/>
                </a:moveTo>
                <a:lnTo>
                  <a:pt x="0" y="0"/>
                </a:lnTo>
                <a:lnTo>
                  <a:pt x="0" y="12083746"/>
                </a:lnTo>
                <a:lnTo>
                  <a:pt x="11776160" y="12083746"/>
                </a:lnTo>
                <a:lnTo>
                  <a:pt x="117761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87122" y="5942968"/>
            <a:ext cx="2671740" cy="2472574"/>
          </a:xfrm>
          <a:custGeom>
            <a:avLst/>
            <a:gdLst/>
            <a:ahLst/>
            <a:cxnLst/>
            <a:rect r="r" b="b" t="t" l="l"/>
            <a:pathLst>
              <a:path h="2472574" w="2671740">
                <a:moveTo>
                  <a:pt x="0" y="0"/>
                </a:moveTo>
                <a:lnTo>
                  <a:pt x="2671740" y="0"/>
                </a:lnTo>
                <a:lnTo>
                  <a:pt x="2671740" y="2472574"/>
                </a:lnTo>
                <a:lnTo>
                  <a:pt x="0" y="247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78293" y="5395857"/>
            <a:ext cx="861983" cy="3019685"/>
          </a:xfrm>
          <a:custGeom>
            <a:avLst/>
            <a:gdLst/>
            <a:ahLst/>
            <a:cxnLst/>
            <a:rect r="r" b="b" t="t" l="l"/>
            <a:pathLst>
              <a:path h="3019685" w="861983">
                <a:moveTo>
                  <a:pt x="0" y="0"/>
                </a:moveTo>
                <a:lnTo>
                  <a:pt x="861983" y="0"/>
                </a:lnTo>
                <a:lnTo>
                  <a:pt x="861983" y="3019685"/>
                </a:lnTo>
                <a:lnTo>
                  <a:pt x="0" y="3019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5033" y="5659577"/>
            <a:ext cx="1109018" cy="2562857"/>
          </a:xfrm>
          <a:custGeom>
            <a:avLst/>
            <a:gdLst/>
            <a:ahLst/>
            <a:cxnLst/>
            <a:rect r="r" b="b" t="t" l="l"/>
            <a:pathLst>
              <a:path h="2562857" w="1109018">
                <a:moveTo>
                  <a:pt x="0" y="0"/>
                </a:moveTo>
                <a:lnTo>
                  <a:pt x="1109018" y="0"/>
                </a:lnTo>
                <a:lnTo>
                  <a:pt x="1109018" y="2562857"/>
                </a:lnTo>
                <a:lnTo>
                  <a:pt x="0" y="2562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4806" y="1646040"/>
            <a:ext cx="16157244" cy="415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0"/>
              </a:lnSpc>
            </a:pPr>
            <a:r>
              <a:rPr lang="en-US" sz="150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GENETICS:</a:t>
            </a:r>
          </a:p>
          <a:p>
            <a:pPr algn="ctr">
              <a:lnSpc>
                <a:spcPts val="14850"/>
              </a:lnSpc>
            </a:pPr>
            <a:r>
              <a:rPr lang="en-US" sz="150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INTRO TO GENES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9160" y="3431302"/>
            <a:ext cx="12213286" cy="3417741"/>
            <a:chOff x="0" y="0"/>
            <a:chExt cx="2807855" cy="785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7855" cy="785744"/>
            </a:xfrm>
            <a:custGeom>
              <a:avLst/>
              <a:gdLst/>
              <a:ahLst/>
              <a:cxnLst/>
              <a:rect r="r" b="b" t="t" l="l"/>
              <a:pathLst>
                <a:path h="785744" w="2807855">
                  <a:moveTo>
                    <a:pt x="32329" y="0"/>
                  </a:moveTo>
                  <a:lnTo>
                    <a:pt x="2775526" y="0"/>
                  </a:lnTo>
                  <a:cubicBezTo>
                    <a:pt x="2793381" y="0"/>
                    <a:pt x="2807855" y="14474"/>
                    <a:pt x="2807855" y="32329"/>
                  </a:cubicBezTo>
                  <a:lnTo>
                    <a:pt x="2807855" y="753416"/>
                  </a:lnTo>
                  <a:cubicBezTo>
                    <a:pt x="2807855" y="761990"/>
                    <a:pt x="2804449" y="770213"/>
                    <a:pt x="2798386" y="776276"/>
                  </a:cubicBezTo>
                  <a:cubicBezTo>
                    <a:pt x="2792323" y="782338"/>
                    <a:pt x="2784100" y="785744"/>
                    <a:pt x="2775526" y="785744"/>
                  </a:cubicBezTo>
                  <a:lnTo>
                    <a:pt x="32329" y="785744"/>
                  </a:lnTo>
                  <a:cubicBezTo>
                    <a:pt x="14474" y="785744"/>
                    <a:pt x="0" y="771270"/>
                    <a:pt x="0" y="753416"/>
                  </a:cubicBezTo>
                  <a:lnTo>
                    <a:pt x="0" y="32329"/>
                  </a:lnTo>
                  <a:cubicBezTo>
                    <a:pt x="0" y="14474"/>
                    <a:pt x="14474" y="0"/>
                    <a:pt x="32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07855" cy="804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45748" y="2600099"/>
            <a:ext cx="4437529" cy="4114800"/>
          </a:xfrm>
          <a:custGeom>
            <a:avLst/>
            <a:gdLst/>
            <a:ahLst/>
            <a:cxnLst/>
            <a:rect r="r" b="b" t="t" l="l"/>
            <a:pathLst>
              <a:path h="4114800" w="4437529">
                <a:moveTo>
                  <a:pt x="0" y="0"/>
                </a:moveTo>
                <a:lnTo>
                  <a:pt x="4437529" y="0"/>
                </a:lnTo>
                <a:lnTo>
                  <a:pt x="4437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6682" y="6849043"/>
            <a:ext cx="4523627" cy="3437957"/>
          </a:xfrm>
          <a:custGeom>
            <a:avLst/>
            <a:gdLst/>
            <a:ahLst/>
            <a:cxnLst/>
            <a:rect r="r" b="b" t="t" l="l"/>
            <a:pathLst>
              <a:path h="3437957" w="4523627">
                <a:moveTo>
                  <a:pt x="0" y="0"/>
                </a:moveTo>
                <a:lnTo>
                  <a:pt x="4523627" y="0"/>
                </a:lnTo>
                <a:lnTo>
                  <a:pt x="4523627" y="3437957"/>
                </a:lnTo>
                <a:lnTo>
                  <a:pt x="0" y="343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6472" y="7042408"/>
            <a:ext cx="3114719" cy="3036263"/>
          </a:xfrm>
          <a:custGeom>
            <a:avLst/>
            <a:gdLst/>
            <a:ahLst/>
            <a:cxnLst/>
            <a:rect r="r" b="b" t="t" l="l"/>
            <a:pathLst>
              <a:path h="3036263" w="3114719">
                <a:moveTo>
                  <a:pt x="0" y="0"/>
                </a:moveTo>
                <a:lnTo>
                  <a:pt x="3114719" y="0"/>
                </a:lnTo>
                <a:lnTo>
                  <a:pt x="3114719" y="3036263"/>
                </a:lnTo>
                <a:lnTo>
                  <a:pt x="0" y="30362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8495" y="793691"/>
            <a:ext cx="12459283" cy="20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5"/>
              </a:lnSpc>
            </a:pPr>
            <a:r>
              <a:rPr lang="en-US" sz="10903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WHAT ARE GENES?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4008" y="3840354"/>
            <a:ext cx="10823589" cy="244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  <a:spcBef>
                <a:spcPct val="0"/>
              </a:spcBef>
            </a:pPr>
            <a:r>
              <a:rPr lang="en-US" sz="4671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Genes are small units of information inside our cells that contain instructions for how our bodies develop and function.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4071" y="3509417"/>
            <a:ext cx="11651732" cy="3805123"/>
            <a:chOff x="0" y="0"/>
            <a:chExt cx="2864920" cy="935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920" cy="935601"/>
            </a:xfrm>
            <a:custGeom>
              <a:avLst/>
              <a:gdLst/>
              <a:ahLst/>
              <a:cxnLst/>
              <a:rect r="r" b="b" t="t" l="l"/>
              <a:pathLst>
                <a:path h="935601" w="2864920">
                  <a:moveTo>
                    <a:pt x="33887" y="0"/>
                  </a:moveTo>
                  <a:lnTo>
                    <a:pt x="2831034" y="0"/>
                  </a:lnTo>
                  <a:cubicBezTo>
                    <a:pt x="2849749" y="0"/>
                    <a:pt x="2864920" y="15172"/>
                    <a:pt x="2864920" y="33887"/>
                  </a:cubicBezTo>
                  <a:lnTo>
                    <a:pt x="2864920" y="901715"/>
                  </a:lnTo>
                  <a:cubicBezTo>
                    <a:pt x="2864920" y="910702"/>
                    <a:pt x="2861350" y="919321"/>
                    <a:pt x="2854995" y="925676"/>
                  </a:cubicBezTo>
                  <a:cubicBezTo>
                    <a:pt x="2848640" y="932031"/>
                    <a:pt x="2840021" y="935601"/>
                    <a:pt x="2831034" y="935601"/>
                  </a:cubicBezTo>
                  <a:lnTo>
                    <a:pt x="33887" y="935601"/>
                  </a:lnTo>
                  <a:cubicBezTo>
                    <a:pt x="15172" y="935601"/>
                    <a:pt x="0" y="920430"/>
                    <a:pt x="0" y="901715"/>
                  </a:cubicBezTo>
                  <a:lnTo>
                    <a:pt x="0" y="33887"/>
                  </a:lnTo>
                  <a:cubicBezTo>
                    <a:pt x="0" y="15172"/>
                    <a:pt x="15172" y="0"/>
                    <a:pt x="338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64920" cy="954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5351" y="-1483520"/>
            <a:ext cx="3673100" cy="12786109"/>
          </a:xfrm>
          <a:custGeom>
            <a:avLst/>
            <a:gdLst/>
            <a:ahLst/>
            <a:cxnLst/>
            <a:rect r="r" b="b" t="t" l="l"/>
            <a:pathLst>
              <a:path h="12786109" w="3673100">
                <a:moveTo>
                  <a:pt x="0" y="0"/>
                </a:moveTo>
                <a:lnTo>
                  <a:pt x="3673100" y="0"/>
                </a:lnTo>
                <a:lnTo>
                  <a:pt x="3673100" y="12786109"/>
                </a:lnTo>
                <a:lnTo>
                  <a:pt x="0" y="1278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97791" y="3354579"/>
            <a:ext cx="3546209" cy="4114800"/>
          </a:xfrm>
          <a:custGeom>
            <a:avLst/>
            <a:gdLst/>
            <a:ahLst/>
            <a:cxnLst/>
            <a:rect r="r" b="b" t="t" l="l"/>
            <a:pathLst>
              <a:path h="4114800" w="3546209">
                <a:moveTo>
                  <a:pt x="0" y="0"/>
                </a:moveTo>
                <a:lnTo>
                  <a:pt x="3546209" y="0"/>
                </a:lnTo>
                <a:lnTo>
                  <a:pt x="3546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64074" y="3753421"/>
            <a:ext cx="2864782" cy="3317116"/>
          </a:xfrm>
          <a:custGeom>
            <a:avLst/>
            <a:gdLst/>
            <a:ahLst/>
            <a:cxnLst/>
            <a:rect r="r" b="b" t="t" l="l"/>
            <a:pathLst>
              <a:path h="3317116" w="2864782">
                <a:moveTo>
                  <a:pt x="0" y="0"/>
                </a:moveTo>
                <a:lnTo>
                  <a:pt x="2864782" y="0"/>
                </a:lnTo>
                <a:lnTo>
                  <a:pt x="2864782" y="3317116"/>
                </a:lnTo>
                <a:lnTo>
                  <a:pt x="0" y="33171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68630" y="3924640"/>
            <a:ext cx="3429921" cy="2974677"/>
          </a:xfrm>
          <a:custGeom>
            <a:avLst/>
            <a:gdLst/>
            <a:ahLst/>
            <a:cxnLst/>
            <a:rect r="r" b="b" t="t" l="l"/>
            <a:pathLst>
              <a:path h="2974677" w="3429921">
                <a:moveTo>
                  <a:pt x="0" y="0"/>
                </a:moveTo>
                <a:lnTo>
                  <a:pt x="3429921" y="0"/>
                </a:lnTo>
                <a:lnTo>
                  <a:pt x="3429921" y="2974678"/>
                </a:lnTo>
                <a:lnTo>
                  <a:pt x="0" y="29746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24762" y="1071270"/>
            <a:ext cx="10117656" cy="207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3"/>
              </a:lnSpc>
            </a:pPr>
            <a:r>
              <a:rPr lang="en-US" sz="108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WHAT IS DNA?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18451" y="7771741"/>
            <a:ext cx="13730278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DNA stands for deoxyribonucleic acid.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00151" y="2818429"/>
            <a:ext cx="11296727" cy="2618657"/>
            <a:chOff x="0" y="0"/>
            <a:chExt cx="2777632" cy="643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7632" cy="643874"/>
            </a:xfrm>
            <a:custGeom>
              <a:avLst/>
              <a:gdLst/>
              <a:ahLst/>
              <a:cxnLst/>
              <a:rect r="r" b="b" t="t" l="l"/>
              <a:pathLst>
                <a:path h="643874" w="2777632">
                  <a:moveTo>
                    <a:pt x="34952" y="0"/>
                  </a:moveTo>
                  <a:lnTo>
                    <a:pt x="2742680" y="0"/>
                  </a:lnTo>
                  <a:cubicBezTo>
                    <a:pt x="2761984" y="0"/>
                    <a:pt x="2777632" y="15648"/>
                    <a:pt x="2777632" y="34952"/>
                  </a:cubicBezTo>
                  <a:lnTo>
                    <a:pt x="2777632" y="608922"/>
                  </a:lnTo>
                  <a:cubicBezTo>
                    <a:pt x="2777632" y="618192"/>
                    <a:pt x="2773950" y="627082"/>
                    <a:pt x="2767395" y="633637"/>
                  </a:cubicBezTo>
                  <a:cubicBezTo>
                    <a:pt x="2760840" y="640191"/>
                    <a:pt x="2751950" y="643874"/>
                    <a:pt x="2742680" y="643874"/>
                  </a:cubicBezTo>
                  <a:lnTo>
                    <a:pt x="34952" y="643874"/>
                  </a:lnTo>
                  <a:cubicBezTo>
                    <a:pt x="25682" y="643874"/>
                    <a:pt x="16792" y="640191"/>
                    <a:pt x="10237" y="633637"/>
                  </a:cubicBezTo>
                  <a:cubicBezTo>
                    <a:pt x="3682" y="627082"/>
                    <a:pt x="0" y="618192"/>
                    <a:pt x="0" y="608922"/>
                  </a:cubicBezTo>
                  <a:lnTo>
                    <a:pt x="0" y="34952"/>
                  </a:lnTo>
                  <a:cubicBezTo>
                    <a:pt x="0" y="25682"/>
                    <a:pt x="3682" y="16792"/>
                    <a:pt x="10237" y="10237"/>
                  </a:cubicBezTo>
                  <a:cubicBezTo>
                    <a:pt x="16792" y="3682"/>
                    <a:pt x="25682" y="0"/>
                    <a:pt x="349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777632" cy="662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81897" y="6082834"/>
            <a:ext cx="6014012" cy="2996071"/>
          </a:xfrm>
          <a:custGeom>
            <a:avLst/>
            <a:gdLst/>
            <a:ahLst/>
            <a:cxnLst/>
            <a:rect r="r" b="b" t="t" l="l"/>
            <a:pathLst>
              <a:path h="2996071" w="6014012">
                <a:moveTo>
                  <a:pt x="0" y="0"/>
                </a:moveTo>
                <a:lnTo>
                  <a:pt x="6014011" y="0"/>
                </a:lnTo>
                <a:lnTo>
                  <a:pt x="6014011" y="2996071"/>
                </a:lnTo>
                <a:lnTo>
                  <a:pt x="0" y="2996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5636" y="6464250"/>
            <a:ext cx="1671766" cy="177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9"/>
              </a:lnSpc>
              <a:spcBef>
                <a:spcPct val="0"/>
              </a:spcBef>
            </a:pPr>
            <a:r>
              <a:rPr lang="en-US" sz="93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01120" y="5984422"/>
            <a:ext cx="6014012" cy="3094482"/>
          </a:xfrm>
          <a:custGeom>
            <a:avLst/>
            <a:gdLst/>
            <a:ahLst/>
            <a:cxnLst/>
            <a:rect r="r" b="b" t="t" l="l"/>
            <a:pathLst>
              <a:path h="3094482" w="6014012">
                <a:moveTo>
                  <a:pt x="0" y="0"/>
                </a:moveTo>
                <a:lnTo>
                  <a:pt x="6014012" y="0"/>
                </a:lnTo>
                <a:lnTo>
                  <a:pt x="6014012" y="3094483"/>
                </a:lnTo>
                <a:lnTo>
                  <a:pt x="0" y="3094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59802" y="2723811"/>
            <a:ext cx="7315200" cy="2713274"/>
          </a:xfrm>
          <a:custGeom>
            <a:avLst/>
            <a:gdLst/>
            <a:ahLst/>
            <a:cxnLst/>
            <a:rect r="r" b="b" t="t" l="l"/>
            <a:pathLst>
              <a:path h="2713274" w="7315200">
                <a:moveTo>
                  <a:pt x="0" y="0"/>
                </a:moveTo>
                <a:lnTo>
                  <a:pt x="7315200" y="0"/>
                </a:lnTo>
                <a:lnTo>
                  <a:pt x="7315200" y="2713274"/>
                </a:lnTo>
                <a:lnTo>
                  <a:pt x="0" y="2713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43261" y="6655923"/>
            <a:ext cx="3744156" cy="3260819"/>
          </a:xfrm>
          <a:custGeom>
            <a:avLst/>
            <a:gdLst/>
            <a:ahLst/>
            <a:cxnLst/>
            <a:rect r="r" b="b" t="t" l="l"/>
            <a:pathLst>
              <a:path h="3260819" w="3744156">
                <a:moveTo>
                  <a:pt x="0" y="0"/>
                </a:moveTo>
                <a:lnTo>
                  <a:pt x="3744156" y="0"/>
                </a:lnTo>
                <a:lnTo>
                  <a:pt x="3744156" y="3260820"/>
                </a:lnTo>
                <a:lnTo>
                  <a:pt x="0" y="3260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72661" y="660869"/>
            <a:ext cx="14342678" cy="177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8"/>
              </a:lnSpc>
            </a:pPr>
            <a:r>
              <a:rPr lang="en-US" sz="108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THE GENETIC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95490" y="6513455"/>
            <a:ext cx="1616528" cy="177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9"/>
              </a:lnSpc>
              <a:spcBef>
                <a:spcPct val="0"/>
              </a:spcBef>
            </a:pPr>
            <a:r>
              <a:rPr lang="en-US" sz="93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5352" y="4251284"/>
            <a:ext cx="4793403" cy="8396088"/>
          </a:xfrm>
          <a:custGeom>
            <a:avLst/>
            <a:gdLst/>
            <a:ahLst/>
            <a:cxnLst/>
            <a:rect r="r" b="b" t="t" l="l"/>
            <a:pathLst>
              <a:path h="8396088" w="4793403">
                <a:moveTo>
                  <a:pt x="0" y="0"/>
                </a:moveTo>
                <a:lnTo>
                  <a:pt x="4793402" y="0"/>
                </a:lnTo>
                <a:lnTo>
                  <a:pt x="4793402" y="8396088"/>
                </a:lnTo>
                <a:lnTo>
                  <a:pt x="0" y="839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0271" y="4109534"/>
            <a:ext cx="1930151" cy="5558028"/>
          </a:xfrm>
          <a:custGeom>
            <a:avLst/>
            <a:gdLst/>
            <a:ahLst/>
            <a:cxnLst/>
            <a:rect r="r" b="b" t="t" l="l"/>
            <a:pathLst>
              <a:path h="5558028" w="1930151">
                <a:moveTo>
                  <a:pt x="0" y="0"/>
                </a:moveTo>
                <a:lnTo>
                  <a:pt x="1930152" y="0"/>
                </a:lnTo>
                <a:lnTo>
                  <a:pt x="1930152" y="5558028"/>
                </a:lnTo>
                <a:lnTo>
                  <a:pt x="0" y="5558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67987" y="5273104"/>
            <a:ext cx="6679547" cy="4114800"/>
          </a:xfrm>
          <a:custGeom>
            <a:avLst/>
            <a:gdLst/>
            <a:ahLst/>
            <a:cxnLst/>
            <a:rect r="r" b="b" t="t" l="l"/>
            <a:pathLst>
              <a:path h="4114800" w="6679547">
                <a:moveTo>
                  <a:pt x="0" y="0"/>
                </a:moveTo>
                <a:lnTo>
                  <a:pt x="6679546" y="0"/>
                </a:lnTo>
                <a:lnTo>
                  <a:pt x="6679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2320" y="1618597"/>
            <a:ext cx="15623360" cy="200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0"/>
              </a:lnSpc>
              <a:spcBef>
                <a:spcPct val="0"/>
              </a:spcBef>
            </a:pPr>
            <a:r>
              <a:rPr lang="en-US" sz="545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All genetic code is made up of combinations of four chemical units called nucleotides: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398762"/>
            <a:ext cx="4212119" cy="11084523"/>
          </a:xfrm>
          <a:custGeom>
            <a:avLst/>
            <a:gdLst/>
            <a:ahLst/>
            <a:cxnLst/>
            <a:rect r="r" b="b" t="t" l="l"/>
            <a:pathLst>
              <a:path h="11084523" w="4212119">
                <a:moveTo>
                  <a:pt x="0" y="0"/>
                </a:moveTo>
                <a:lnTo>
                  <a:pt x="4212119" y="0"/>
                </a:lnTo>
                <a:lnTo>
                  <a:pt x="4212119" y="11084524"/>
                </a:lnTo>
                <a:lnTo>
                  <a:pt x="0" y="11084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14536" y="1593449"/>
            <a:ext cx="10119436" cy="3140620"/>
            <a:chOff x="0" y="0"/>
            <a:chExt cx="2488160" cy="7722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88160" cy="772214"/>
            </a:xfrm>
            <a:custGeom>
              <a:avLst/>
              <a:gdLst/>
              <a:ahLst/>
              <a:cxnLst/>
              <a:rect r="r" b="b" t="t" l="l"/>
              <a:pathLst>
                <a:path h="772214" w="2488160">
                  <a:moveTo>
                    <a:pt x="39018" y="0"/>
                  </a:moveTo>
                  <a:lnTo>
                    <a:pt x="2449143" y="0"/>
                  </a:lnTo>
                  <a:cubicBezTo>
                    <a:pt x="2459491" y="0"/>
                    <a:pt x="2469415" y="4111"/>
                    <a:pt x="2476732" y="11428"/>
                  </a:cubicBezTo>
                  <a:cubicBezTo>
                    <a:pt x="2484050" y="18745"/>
                    <a:pt x="2488160" y="28670"/>
                    <a:pt x="2488160" y="39018"/>
                  </a:cubicBezTo>
                  <a:lnTo>
                    <a:pt x="2488160" y="733196"/>
                  </a:lnTo>
                  <a:cubicBezTo>
                    <a:pt x="2488160" y="743544"/>
                    <a:pt x="2484050" y="753468"/>
                    <a:pt x="2476732" y="760786"/>
                  </a:cubicBezTo>
                  <a:cubicBezTo>
                    <a:pt x="2469415" y="768103"/>
                    <a:pt x="2459491" y="772214"/>
                    <a:pt x="2449143" y="772214"/>
                  </a:cubicBezTo>
                  <a:lnTo>
                    <a:pt x="39018" y="772214"/>
                  </a:lnTo>
                  <a:cubicBezTo>
                    <a:pt x="28670" y="772214"/>
                    <a:pt x="18745" y="768103"/>
                    <a:pt x="11428" y="760786"/>
                  </a:cubicBezTo>
                  <a:cubicBezTo>
                    <a:pt x="4111" y="753468"/>
                    <a:pt x="0" y="743544"/>
                    <a:pt x="0" y="733196"/>
                  </a:cubicBezTo>
                  <a:lnTo>
                    <a:pt x="0" y="39018"/>
                  </a:lnTo>
                  <a:cubicBezTo>
                    <a:pt x="0" y="28670"/>
                    <a:pt x="4111" y="18745"/>
                    <a:pt x="11428" y="11428"/>
                  </a:cubicBezTo>
                  <a:cubicBezTo>
                    <a:pt x="18745" y="4111"/>
                    <a:pt x="28670" y="0"/>
                    <a:pt x="39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488160" cy="79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96786" y="5941207"/>
            <a:ext cx="10119436" cy="3140620"/>
            <a:chOff x="0" y="0"/>
            <a:chExt cx="2488160" cy="77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8160" cy="772214"/>
            </a:xfrm>
            <a:custGeom>
              <a:avLst/>
              <a:gdLst/>
              <a:ahLst/>
              <a:cxnLst/>
              <a:rect r="r" b="b" t="t" l="l"/>
              <a:pathLst>
                <a:path h="772214" w="2488160">
                  <a:moveTo>
                    <a:pt x="39018" y="0"/>
                  </a:moveTo>
                  <a:lnTo>
                    <a:pt x="2449143" y="0"/>
                  </a:lnTo>
                  <a:cubicBezTo>
                    <a:pt x="2459491" y="0"/>
                    <a:pt x="2469415" y="4111"/>
                    <a:pt x="2476732" y="11428"/>
                  </a:cubicBezTo>
                  <a:cubicBezTo>
                    <a:pt x="2484050" y="18745"/>
                    <a:pt x="2488160" y="28670"/>
                    <a:pt x="2488160" y="39018"/>
                  </a:cubicBezTo>
                  <a:lnTo>
                    <a:pt x="2488160" y="733196"/>
                  </a:lnTo>
                  <a:cubicBezTo>
                    <a:pt x="2488160" y="743544"/>
                    <a:pt x="2484050" y="753468"/>
                    <a:pt x="2476732" y="760786"/>
                  </a:cubicBezTo>
                  <a:cubicBezTo>
                    <a:pt x="2469415" y="768103"/>
                    <a:pt x="2459491" y="772214"/>
                    <a:pt x="2449143" y="772214"/>
                  </a:cubicBezTo>
                  <a:lnTo>
                    <a:pt x="39018" y="772214"/>
                  </a:lnTo>
                  <a:cubicBezTo>
                    <a:pt x="28670" y="772214"/>
                    <a:pt x="18745" y="768103"/>
                    <a:pt x="11428" y="760786"/>
                  </a:cubicBezTo>
                  <a:cubicBezTo>
                    <a:pt x="4111" y="753468"/>
                    <a:pt x="0" y="743544"/>
                    <a:pt x="0" y="733196"/>
                  </a:cubicBezTo>
                  <a:lnTo>
                    <a:pt x="0" y="39018"/>
                  </a:lnTo>
                  <a:cubicBezTo>
                    <a:pt x="0" y="28670"/>
                    <a:pt x="4111" y="18745"/>
                    <a:pt x="11428" y="11428"/>
                  </a:cubicBezTo>
                  <a:cubicBezTo>
                    <a:pt x="18745" y="4111"/>
                    <a:pt x="28670" y="0"/>
                    <a:pt x="39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488160" cy="79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43108" y="1028700"/>
            <a:ext cx="4351283" cy="4114800"/>
          </a:xfrm>
          <a:custGeom>
            <a:avLst/>
            <a:gdLst/>
            <a:ahLst/>
            <a:cxnLst/>
            <a:rect r="r" b="b" t="t" l="l"/>
            <a:pathLst>
              <a:path h="4114800" w="4351283">
                <a:moveTo>
                  <a:pt x="0" y="0"/>
                </a:moveTo>
                <a:lnTo>
                  <a:pt x="4351283" y="0"/>
                </a:lnTo>
                <a:lnTo>
                  <a:pt x="4351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01717" y="1822443"/>
            <a:ext cx="2297309" cy="2682632"/>
          </a:xfrm>
          <a:custGeom>
            <a:avLst/>
            <a:gdLst/>
            <a:ahLst/>
            <a:cxnLst/>
            <a:rect r="r" b="b" t="t" l="l"/>
            <a:pathLst>
              <a:path h="2682632" w="2297309">
                <a:moveTo>
                  <a:pt x="0" y="0"/>
                </a:moveTo>
                <a:lnTo>
                  <a:pt x="2297309" y="0"/>
                </a:lnTo>
                <a:lnTo>
                  <a:pt x="2297309" y="2682633"/>
                </a:lnTo>
                <a:lnTo>
                  <a:pt x="0" y="2682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88671" y="6014105"/>
            <a:ext cx="2711678" cy="2994825"/>
          </a:xfrm>
          <a:custGeom>
            <a:avLst/>
            <a:gdLst/>
            <a:ahLst/>
            <a:cxnLst/>
            <a:rect r="r" b="b" t="t" l="l"/>
            <a:pathLst>
              <a:path h="2994825" w="2711678">
                <a:moveTo>
                  <a:pt x="0" y="0"/>
                </a:moveTo>
                <a:lnTo>
                  <a:pt x="2711677" y="0"/>
                </a:lnTo>
                <a:lnTo>
                  <a:pt x="2711677" y="2994824"/>
                </a:lnTo>
                <a:lnTo>
                  <a:pt x="0" y="299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77456" y="6131708"/>
            <a:ext cx="1141294" cy="2414275"/>
          </a:xfrm>
          <a:custGeom>
            <a:avLst/>
            <a:gdLst/>
            <a:ahLst/>
            <a:cxnLst/>
            <a:rect r="r" b="b" t="t" l="l"/>
            <a:pathLst>
              <a:path h="2414275" w="1141294">
                <a:moveTo>
                  <a:pt x="0" y="0"/>
                </a:moveTo>
                <a:lnTo>
                  <a:pt x="1141293" y="0"/>
                </a:lnTo>
                <a:lnTo>
                  <a:pt x="1141293" y="2414275"/>
                </a:lnTo>
                <a:lnTo>
                  <a:pt x="0" y="2414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746" y="4104999"/>
            <a:ext cx="11968971" cy="2133083"/>
            <a:chOff x="0" y="0"/>
            <a:chExt cx="2942923" cy="5244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2923" cy="524481"/>
            </a:xfrm>
            <a:custGeom>
              <a:avLst/>
              <a:gdLst/>
              <a:ahLst/>
              <a:cxnLst/>
              <a:rect r="r" b="b" t="t" l="l"/>
              <a:pathLst>
                <a:path h="524481" w="2942923">
                  <a:moveTo>
                    <a:pt x="32988" y="0"/>
                  </a:moveTo>
                  <a:lnTo>
                    <a:pt x="2909934" y="0"/>
                  </a:lnTo>
                  <a:cubicBezTo>
                    <a:pt x="2918683" y="0"/>
                    <a:pt x="2927074" y="3476"/>
                    <a:pt x="2933261" y="9662"/>
                  </a:cubicBezTo>
                  <a:cubicBezTo>
                    <a:pt x="2939447" y="15849"/>
                    <a:pt x="2942923" y="24239"/>
                    <a:pt x="2942923" y="32988"/>
                  </a:cubicBezTo>
                  <a:lnTo>
                    <a:pt x="2942923" y="491493"/>
                  </a:lnTo>
                  <a:cubicBezTo>
                    <a:pt x="2942923" y="500242"/>
                    <a:pt x="2939447" y="508632"/>
                    <a:pt x="2933261" y="514819"/>
                  </a:cubicBezTo>
                  <a:cubicBezTo>
                    <a:pt x="2927074" y="521006"/>
                    <a:pt x="2918683" y="524481"/>
                    <a:pt x="2909934" y="524481"/>
                  </a:cubicBezTo>
                  <a:lnTo>
                    <a:pt x="32988" y="524481"/>
                  </a:lnTo>
                  <a:cubicBezTo>
                    <a:pt x="24239" y="524481"/>
                    <a:pt x="15849" y="521006"/>
                    <a:pt x="9662" y="514819"/>
                  </a:cubicBezTo>
                  <a:cubicBezTo>
                    <a:pt x="3476" y="508632"/>
                    <a:pt x="0" y="500242"/>
                    <a:pt x="0" y="491493"/>
                  </a:cubicBezTo>
                  <a:lnTo>
                    <a:pt x="0" y="32988"/>
                  </a:lnTo>
                  <a:cubicBezTo>
                    <a:pt x="0" y="24239"/>
                    <a:pt x="3476" y="15849"/>
                    <a:pt x="9662" y="9662"/>
                  </a:cubicBezTo>
                  <a:cubicBezTo>
                    <a:pt x="15849" y="3476"/>
                    <a:pt x="24239" y="0"/>
                    <a:pt x="32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42923" cy="54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5746" y="6238082"/>
            <a:ext cx="11968971" cy="2516469"/>
            <a:chOff x="0" y="0"/>
            <a:chExt cx="2942923" cy="6187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2923" cy="618748"/>
            </a:xfrm>
            <a:custGeom>
              <a:avLst/>
              <a:gdLst/>
              <a:ahLst/>
              <a:cxnLst/>
              <a:rect r="r" b="b" t="t" l="l"/>
              <a:pathLst>
                <a:path h="618748" w="2942923">
                  <a:moveTo>
                    <a:pt x="32988" y="0"/>
                  </a:moveTo>
                  <a:lnTo>
                    <a:pt x="2909934" y="0"/>
                  </a:lnTo>
                  <a:cubicBezTo>
                    <a:pt x="2918683" y="0"/>
                    <a:pt x="2927074" y="3476"/>
                    <a:pt x="2933261" y="9662"/>
                  </a:cubicBezTo>
                  <a:cubicBezTo>
                    <a:pt x="2939447" y="15849"/>
                    <a:pt x="2942923" y="24239"/>
                    <a:pt x="2942923" y="32988"/>
                  </a:cubicBezTo>
                  <a:lnTo>
                    <a:pt x="2942923" y="585759"/>
                  </a:lnTo>
                  <a:cubicBezTo>
                    <a:pt x="2942923" y="594508"/>
                    <a:pt x="2939447" y="602899"/>
                    <a:pt x="2933261" y="609086"/>
                  </a:cubicBezTo>
                  <a:cubicBezTo>
                    <a:pt x="2927074" y="615272"/>
                    <a:pt x="2918683" y="618748"/>
                    <a:pt x="2909934" y="618748"/>
                  </a:cubicBezTo>
                  <a:lnTo>
                    <a:pt x="32988" y="618748"/>
                  </a:lnTo>
                  <a:cubicBezTo>
                    <a:pt x="24239" y="618748"/>
                    <a:pt x="15849" y="615272"/>
                    <a:pt x="9662" y="609086"/>
                  </a:cubicBezTo>
                  <a:cubicBezTo>
                    <a:pt x="3476" y="602899"/>
                    <a:pt x="0" y="594508"/>
                    <a:pt x="0" y="585759"/>
                  </a:cubicBezTo>
                  <a:lnTo>
                    <a:pt x="0" y="32988"/>
                  </a:lnTo>
                  <a:cubicBezTo>
                    <a:pt x="0" y="24239"/>
                    <a:pt x="3476" y="15849"/>
                    <a:pt x="9662" y="9662"/>
                  </a:cubicBezTo>
                  <a:cubicBezTo>
                    <a:pt x="15849" y="3476"/>
                    <a:pt x="24239" y="0"/>
                    <a:pt x="32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42923" cy="63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18256" y="964805"/>
            <a:ext cx="1122405" cy="8342196"/>
          </a:xfrm>
          <a:custGeom>
            <a:avLst/>
            <a:gdLst/>
            <a:ahLst/>
            <a:cxnLst/>
            <a:rect r="r" b="b" t="t" l="l"/>
            <a:pathLst>
              <a:path h="8342196" w="1122405">
                <a:moveTo>
                  <a:pt x="0" y="0"/>
                </a:moveTo>
                <a:lnTo>
                  <a:pt x="1122405" y="0"/>
                </a:lnTo>
                <a:lnTo>
                  <a:pt x="1122405" y="8342196"/>
                </a:lnTo>
                <a:lnTo>
                  <a:pt x="0" y="834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45591" y="41806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12443" y="4180682"/>
            <a:ext cx="1563624" cy="4114800"/>
          </a:xfrm>
          <a:custGeom>
            <a:avLst/>
            <a:gdLst/>
            <a:ahLst/>
            <a:cxnLst/>
            <a:rect r="r" b="b" t="t" l="l"/>
            <a:pathLst>
              <a:path h="4114800" w="1563624">
                <a:moveTo>
                  <a:pt x="0" y="0"/>
                </a:moveTo>
                <a:lnTo>
                  <a:pt x="1563624" y="0"/>
                </a:lnTo>
                <a:lnTo>
                  <a:pt x="1563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85806" y="4180682"/>
            <a:ext cx="3241455" cy="4114800"/>
          </a:xfrm>
          <a:custGeom>
            <a:avLst/>
            <a:gdLst/>
            <a:ahLst/>
            <a:cxnLst/>
            <a:rect r="r" b="b" t="t" l="l"/>
            <a:pathLst>
              <a:path h="4114800" w="3241455">
                <a:moveTo>
                  <a:pt x="0" y="0"/>
                </a:moveTo>
                <a:lnTo>
                  <a:pt x="3241454" y="0"/>
                </a:lnTo>
                <a:lnTo>
                  <a:pt x="32414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85281" y="884749"/>
            <a:ext cx="11269901" cy="267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0"/>
              </a:lnSpc>
            </a:pPr>
            <a:r>
              <a:rPr lang="en-US" sz="881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WHAT DOES THE CODE TRANSLATE TO?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3282" y="4212565"/>
            <a:ext cx="10119436" cy="2239039"/>
            <a:chOff x="0" y="0"/>
            <a:chExt cx="2488160" cy="550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8160" cy="550533"/>
            </a:xfrm>
            <a:custGeom>
              <a:avLst/>
              <a:gdLst/>
              <a:ahLst/>
              <a:cxnLst/>
              <a:rect r="r" b="b" t="t" l="l"/>
              <a:pathLst>
                <a:path h="550533" w="2488160">
                  <a:moveTo>
                    <a:pt x="39018" y="0"/>
                  </a:moveTo>
                  <a:lnTo>
                    <a:pt x="2449143" y="0"/>
                  </a:lnTo>
                  <a:cubicBezTo>
                    <a:pt x="2459491" y="0"/>
                    <a:pt x="2469415" y="4111"/>
                    <a:pt x="2476732" y="11428"/>
                  </a:cubicBezTo>
                  <a:cubicBezTo>
                    <a:pt x="2484050" y="18745"/>
                    <a:pt x="2488160" y="28670"/>
                    <a:pt x="2488160" y="39018"/>
                  </a:cubicBezTo>
                  <a:lnTo>
                    <a:pt x="2488160" y="511516"/>
                  </a:lnTo>
                  <a:cubicBezTo>
                    <a:pt x="2488160" y="521864"/>
                    <a:pt x="2484050" y="531788"/>
                    <a:pt x="2476732" y="539105"/>
                  </a:cubicBezTo>
                  <a:cubicBezTo>
                    <a:pt x="2469415" y="546423"/>
                    <a:pt x="2459491" y="550533"/>
                    <a:pt x="2449143" y="550533"/>
                  </a:cubicBezTo>
                  <a:lnTo>
                    <a:pt x="39018" y="550533"/>
                  </a:lnTo>
                  <a:cubicBezTo>
                    <a:pt x="28670" y="550533"/>
                    <a:pt x="18745" y="546423"/>
                    <a:pt x="11428" y="539105"/>
                  </a:cubicBezTo>
                  <a:cubicBezTo>
                    <a:pt x="4111" y="531788"/>
                    <a:pt x="0" y="521864"/>
                    <a:pt x="0" y="511516"/>
                  </a:cubicBezTo>
                  <a:lnTo>
                    <a:pt x="0" y="39018"/>
                  </a:lnTo>
                  <a:cubicBezTo>
                    <a:pt x="0" y="28670"/>
                    <a:pt x="4111" y="18745"/>
                    <a:pt x="11428" y="11428"/>
                  </a:cubicBezTo>
                  <a:cubicBezTo>
                    <a:pt x="18745" y="4111"/>
                    <a:pt x="28670" y="0"/>
                    <a:pt x="39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88160" cy="569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9100" y="945456"/>
            <a:ext cx="4793403" cy="8396088"/>
          </a:xfrm>
          <a:custGeom>
            <a:avLst/>
            <a:gdLst/>
            <a:ahLst/>
            <a:cxnLst/>
            <a:rect r="r" b="b" t="t" l="l"/>
            <a:pathLst>
              <a:path h="8396088" w="4793403">
                <a:moveTo>
                  <a:pt x="0" y="0"/>
                </a:moveTo>
                <a:lnTo>
                  <a:pt x="4793403" y="0"/>
                </a:lnTo>
                <a:lnTo>
                  <a:pt x="4793403" y="8396088"/>
                </a:lnTo>
                <a:lnTo>
                  <a:pt x="0" y="839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23787" y="4212565"/>
            <a:ext cx="1917432" cy="2239039"/>
          </a:xfrm>
          <a:custGeom>
            <a:avLst/>
            <a:gdLst/>
            <a:ahLst/>
            <a:cxnLst/>
            <a:rect r="r" b="b" t="t" l="l"/>
            <a:pathLst>
              <a:path h="2239039" w="1917432">
                <a:moveTo>
                  <a:pt x="0" y="0"/>
                </a:moveTo>
                <a:lnTo>
                  <a:pt x="1917432" y="0"/>
                </a:lnTo>
                <a:lnTo>
                  <a:pt x="1917432" y="2239039"/>
                </a:lnTo>
                <a:lnTo>
                  <a:pt x="0" y="2239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89220" y="4540376"/>
            <a:ext cx="2663240" cy="1583417"/>
          </a:xfrm>
          <a:custGeom>
            <a:avLst/>
            <a:gdLst/>
            <a:ahLst/>
            <a:cxnLst/>
            <a:rect r="r" b="b" t="t" l="l"/>
            <a:pathLst>
              <a:path h="1583417" w="2663240">
                <a:moveTo>
                  <a:pt x="0" y="0"/>
                </a:moveTo>
                <a:lnTo>
                  <a:pt x="2663240" y="0"/>
                </a:lnTo>
                <a:lnTo>
                  <a:pt x="2663240" y="1583417"/>
                </a:lnTo>
                <a:lnTo>
                  <a:pt x="0" y="1583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92907" y="4212565"/>
            <a:ext cx="1429479" cy="2117157"/>
          </a:xfrm>
          <a:custGeom>
            <a:avLst/>
            <a:gdLst/>
            <a:ahLst/>
            <a:cxnLst/>
            <a:rect r="r" b="b" t="t" l="l"/>
            <a:pathLst>
              <a:path h="2117157" w="1429479">
                <a:moveTo>
                  <a:pt x="0" y="0"/>
                </a:moveTo>
                <a:lnTo>
                  <a:pt x="1429479" y="0"/>
                </a:lnTo>
                <a:lnTo>
                  <a:pt x="1429479" y="2117157"/>
                </a:lnTo>
                <a:lnTo>
                  <a:pt x="0" y="21171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00335" y="840681"/>
            <a:ext cx="11269901" cy="286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6"/>
              </a:lnSpc>
            </a:pPr>
            <a:r>
              <a:rPr lang="en-US" sz="941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WHERE DO OUR GENES LIVE?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587" y="5143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12627" y="1832174"/>
            <a:ext cx="4704385" cy="2796971"/>
          </a:xfrm>
          <a:custGeom>
            <a:avLst/>
            <a:gdLst/>
            <a:ahLst/>
            <a:cxnLst/>
            <a:rect r="r" b="b" t="t" l="l"/>
            <a:pathLst>
              <a:path h="2796971" w="4704385">
                <a:moveTo>
                  <a:pt x="0" y="0"/>
                </a:moveTo>
                <a:lnTo>
                  <a:pt x="4704385" y="0"/>
                </a:lnTo>
                <a:lnTo>
                  <a:pt x="4704385" y="2796971"/>
                </a:lnTo>
                <a:lnTo>
                  <a:pt x="0" y="2796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56842" y="492885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51411" y="704699"/>
            <a:ext cx="5477504" cy="5326873"/>
          </a:xfrm>
          <a:custGeom>
            <a:avLst/>
            <a:gdLst/>
            <a:ahLst/>
            <a:cxnLst/>
            <a:rect r="r" b="b" t="t" l="l"/>
            <a:pathLst>
              <a:path h="5326873" w="5477504">
                <a:moveTo>
                  <a:pt x="0" y="0"/>
                </a:moveTo>
                <a:lnTo>
                  <a:pt x="5477504" y="0"/>
                </a:lnTo>
                <a:lnTo>
                  <a:pt x="5477504" y="5326873"/>
                </a:lnTo>
                <a:lnTo>
                  <a:pt x="0" y="5326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64819" y="6031572"/>
            <a:ext cx="3908204" cy="3799306"/>
          </a:xfrm>
          <a:custGeom>
            <a:avLst/>
            <a:gdLst/>
            <a:ahLst/>
            <a:cxnLst/>
            <a:rect r="r" b="b" t="t" l="l"/>
            <a:pathLst>
              <a:path h="3799306" w="3908204">
                <a:moveTo>
                  <a:pt x="0" y="0"/>
                </a:moveTo>
                <a:lnTo>
                  <a:pt x="3908204" y="0"/>
                </a:lnTo>
                <a:lnTo>
                  <a:pt x="3908204" y="3799307"/>
                </a:lnTo>
                <a:lnTo>
                  <a:pt x="0" y="37993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469" y="3470838"/>
            <a:ext cx="10119436" cy="3298890"/>
            <a:chOff x="0" y="0"/>
            <a:chExt cx="2488160" cy="811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8160" cy="811129"/>
            </a:xfrm>
            <a:custGeom>
              <a:avLst/>
              <a:gdLst/>
              <a:ahLst/>
              <a:cxnLst/>
              <a:rect r="r" b="b" t="t" l="l"/>
              <a:pathLst>
                <a:path h="811129" w="2488160">
                  <a:moveTo>
                    <a:pt x="39018" y="0"/>
                  </a:moveTo>
                  <a:lnTo>
                    <a:pt x="2449143" y="0"/>
                  </a:lnTo>
                  <a:cubicBezTo>
                    <a:pt x="2459491" y="0"/>
                    <a:pt x="2469415" y="4111"/>
                    <a:pt x="2476732" y="11428"/>
                  </a:cubicBezTo>
                  <a:cubicBezTo>
                    <a:pt x="2484050" y="18745"/>
                    <a:pt x="2488160" y="28670"/>
                    <a:pt x="2488160" y="39018"/>
                  </a:cubicBezTo>
                  <a:lnTo>
                    <a:pt x="2488160" y="772111"/>
                  </a:lnTo>
                  <a:cubicBezTo>
                    <a:pt x="2488160" y="782459"/>
                    <a:pt x="2484050" y="792384"/>
                    <a:pt x="2476732" y="799701"/>
                  </a:cubicBezTo>
                  <a:cubicBezTo>
                    <a:pt x="2469415" y="807018"/>
                    <a:pt x="2459491" y="811129"/>
                    <a:pt x="2449143" y="811129"/>
                  </a:cubicBezTo>
                  <a:lnTo>
                    <a:pt x="39018" y="811129"/>
                  </a:lnTo>
                  <a:cubicBezTo>
                    <a:pt x="28670" y="811129"/>
                    <a:pt x="18745" y="807018"/>
                    <a:pt x="11428" y="799701"/>
                  </a:cubicBezTo>
                  <a:cubicBezTo>
                    <a:pt x="4111" y="792384"/>
                    <a:pt x="0" y="782459"/>
                    <a:pt x="0" y="772111"/>
                  </a:cubicBezTo>
                  <a:lnTo>
                    <a:pt x="0" y="39018"/>
                  </a:lnTo>
                  <a:cubicBezTo>
                    <a:pt x="0" y="28670"/>
                    <a:pt x="4111" y="18745"/>
                    <a:pt x="11428" y="11428"/>
                  </a:cubicBezTo>
                  <a:cubicBezTo>
                    <a:pt x="18745" y="4111"/>
                    <a:pt x="28670" y="0"/>
                    <a:pt x="39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88160" cy="830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7542611">
            <a:off x="14716015" y="6100978"/>
            <a:ext cx="1589129" cy="568113"/>
          </a:xfrm>
          <a:custGeom>
            <a:avLst/>
            <a:gdLst/>
            <a:ahLst/>
            <a:cxnLst/>
            <a:rect r="r" b="b" t="t" l="l"/>
            <a:pathLst>
              <a:path h="568113" w="1589129">
                <a:moveTo>
                  <a:pt x="0" y="568113"/>
                </a:moveTo>
                <a:lnTo>
                  <a:pt x="1589128" y="568113"/>
                </a:lnTo>
                <a:lnTo>
                  <a:pt x="1589128" y="0"/>
                </a:lnTo>
                <a:lnTo>
                  <a:pt x="0" y="0"/>
                </a:lnTo>
                <a:lnTo>
                  <a:pt x="0" y="5681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95139" y="2852846"/>
            <a:ext cx="3022508" cy="4114800"/>
          </a:xfrm>
          <a:custGeom>
            <a:avLst/>
            <a:gdLst/>
            <a:ahLst/>
            <a:cxnLst/>
            <a:rect r="r" b="b" t="t" l="l"/>
            <a:pathLst>
              <a:path h="4114800" w="3022508">
                <a:moveTo>
                  <a:pt x="0" y="0"/>
                </a:moveTo>
                <a:lnTo>
                  <a:pt x="3022507" y="0"/>
                </a:lnTo>
                <a:lnTo>
                  <a:pt x="3022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5055" y="3730938"/>
            <a:ext cx="2814852" cy="2825125"/>
          </a:xfrm>
          <a:custGeom>
            <a:avLst/>
            <a:gdLst/>
            <a:ahLst/>
            <a:cxnLst/>
            <a:rect r="r" b="b" t="t" l="l"/>
            <a:pathLst>
              <a:path h="2825125" w="2814852">
                <a:moveTo>
                  <a:pt x="0" y="0"/>
                </a:moveTo>
                <a:lnTo>
                  <a:pt x="2814852" y="0"/>
                </a:lnTo>
                <a:lnTo>
                  <a:pt x="2814852" y="2825124"/>
                </a:lnTo>
                <a:lnTo>
                  <a:pt x="0" y="2825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4040" y="3585649"/>
            <a:ext cx="3265178" cy="3069268"/>
          </a:xfrm>
          <a:custGeom>
            <a:avLst/>
            <a:gdLst/>
            <a:ahLst/>
            <a:cxnLst/>
            <a:rect r="r" b="b" t="t" l="l"/>
            <a:pathLst>
              <a:path h="3069268" w="3265178">
                <a:moveTo>
                  <a:pt x="0" y="0"/>
                </a:moveTo>
                <a:lnTo>
                  <a:pt x="3265178" y="0"/>
                </a:lnTo>
                <a:lnTo>
                  <a:pt x="3265178" y="3069267"/>
                </a:lnTo>
                <a:lnTo>
                  <a:pt x="0" y="30692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61551" y="3470838"/>
            <a:ext cx="892959" cy="3108402"/>
          </a:xfrm>
          <a:custGeom>
            <a:avLst/>
            <a:gdLst/>
            <a:ahLst/>
            <a:cxnLst/>
            <a:rect r="r" b="b" t="t" l="l"/>
            <a:pathLst>
              <a:path h="3108402" w="892959">
                <a:moveTo>
                  <a:pt x="0" y="0"/>
                </a:moveTo>
                <a:lnTo>
                  <a:pt x="892959" y="0"/>
                </a:lnTo>
                <a:lnTo>
                  <a:pt x="892959" y="3108401"/>
                </a:lnTo>
                <a:lnTo>
                  <a:pt x="0" y="31084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6800" y="666750"/>
            <a:ext cx="16230600" cy="205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3"/>
              </a:lnSpc>
            </a:pPr>
            <a:r>
              <a:rPr lang="en-US" sz="10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WHY DO WE NEED GENES?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DAHKAjugq8Y</dc:identifier>
  <dcterms:modified xsi:type="dcterms:W3CDTF">2011-08-01T06:04:30Z</dcterms:modified>
  <cp:revision>1</cp:revision>
  <dc:title>The twisted ladder shape is called a</dc:title>
</cp:coreProperties>
</file>