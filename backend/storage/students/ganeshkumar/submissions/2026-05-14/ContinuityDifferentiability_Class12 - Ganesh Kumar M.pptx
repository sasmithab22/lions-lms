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1097280" cy="1097280"/>
          </a:xfrm>
          <a:prstGeom prst="ellipse">
            <a:avLst/>
          </a:prstGeom>
          <a:solidFill>
            <a:srgbClr val="F72585">
              <a:alpha val="30000"/>
            </a:srgbClr>
          </a:solidFill>
          <a:ln w="12700">
            <a:solidFill>
              <a:srgbClr val="F7258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MATHEMATICS · CLASS 12 · CBSE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&amp;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Differentiability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When does a function flow smoothly — and when does it break?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⏱ 40 MINUTES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0B4D8">
                    <a:alpha val="60000"/>
                  </a:srgbClr>
                </a:solidFill>
              </a:rPr>
              <a:t>lim f(x) = f(c)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🚗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Maps Dilemma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Your GPS calculates speed at every instant on your route.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72585"/>
                </a:solidFill>
              </a:rPr>
              <a:t>But what if the road suddenly ends?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That's a discontinuity — and differentiability breaks there!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457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Journey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297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188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1️⃣  What is Continuity?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901952"/>
            <a:ext cx="4297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9019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2️⃣  Types of Discontinuity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615184"/>
            <a:ext cx="4297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61518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3️⃣  Differentiability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328416"/>
            <a:ext cx="4297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3284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4️⃣  Real-Life Connections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4041648"/>
            <a:ext cx="4297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04164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5️⃣  Activity + Quiz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709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🎯 CLASS 12 · CBSE Chapters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📐 CONTINUITY — The Pen 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</a:rPr>
              <a:t>✏️  Imagine drawing a curve without lifting your pen — that's continuity!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286000"/>
          </a:xfrm>
          <a:prstGeom prst="rect">
            <a:avLst/>
          </a:prstGeom>
          <a:solidFill>
            <a:srgbClr val="0D1B2A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2011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f(c) is defined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The function exists at x = 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2743200" cy="2286000"/>
          </a:xfrm>
          <a:prstGeom prst="rect">
            <a:avLst/>
          </a:prstGeom>
          <a:solidFill>
            <a:srgbClr val="0D1B2A"/>
          </a:solidFill>
          <a:ln w="317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2011680"/>
            <a:ext cx="731520" cy="7315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lim f(x) exists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Left-hand limit = Right-hand limit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743200" cy="2286000"/>
          </a:xfrm>
          <a:prstGeom prst="rect">
            <a:avLst/>
          </a:prstGeom>
          <a:solidFill>
            <a:srgbClr val="0D1B2A"/>
          </a:solidFill>
          <a:ln w="317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2011680"/>
            <a:ext cx="731520" cy="7315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lim f(x) = f(c)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The limit equals the function value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Quick Think: Is f(x) = 1/x continuous at x = 0? Why or why not?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📸 VISUAL NEEDED: Smooth continuous curve (e.g. sine wave) vs broken/jumped curve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Types of Discontinuity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Not all breaks are the same — learn to spot them!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8892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08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Removable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Limit exists but ≠ f(c). A 'hole' in the graph.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584448"/>
            <a:ext cx="260604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393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🌍 A bridge with a crack — almost connected.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8892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⬆️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</a:rPr>
              <a:t>Jump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LHL ≠ RHL. The function jumps from one value to another.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3584448"/>
            <a:ext cx="2606040" cy="27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393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🌍 Tax slabs in India — income crosses a bracket, tax jumps!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8892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F725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♾️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2585"/>
                </a:solidFill>
              </a:rPr>
              <a:t>Infinite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Function → ∞. Vertical asymptote.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84448"/>
            <a:ext cx="2606040" cy="274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6393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🌍 Dividing by zero: pressure → ∞ at a black hole's center.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📸 VISUAL NEEDED: Three small coordinate graphs — hole, step, asymptote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📈 DIFFERENTIABILITY — The Smooth Curve Rule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🏔️  A mountain peak has a slope before it and after it — but AT the peak, the slope is undefined. That's non-differentiability!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114800" cy="246888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f is differentiable at x = c if: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′(c) = lim [f(c+h) – f(c)] / 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h→0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exists and is finite.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114800" cy="1234440"/>
          </a:xfrm>
          <a:prstGeom prst="rect">
            <a:avLst/>
          </a:prstGeom>
          <a:solidFill>
            <a:srgbClr val="FFB703">
              <a:alpha val="8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⚡ Key Theorem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Differentiable  ⟹  Continuous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Converse is NOT always true!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114800" cy="1097280"/>
          </a:xfrm>
          <a:prstGeom prst="rect">
            <a:avLst/>
          </a:prstGeom>
          <a:solidFill>
            <a:srgbClr val="F72585">
              <a:alpha val="1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</a:rPr>
              <a:t>🧠 Counter-example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639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f(x) = |x| is continuous everywhere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but NOT differentiable at x = 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07992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5079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💬  Classroom Check: Can you give an example of a continuous but non-differentiable function?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Where Do We See This in Real Life?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25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ECG / Heartbeat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8191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Doctors look for continuity in heart signals. A sudden jump = arrhythmia!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0644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Signal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158191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Audio/video signals must be differentiable for smooth playback without noise.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🛣️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2588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Road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59359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Roads are designed with differentiable curves so cars don't jerk at joints.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206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71800"/>
            <a:ext cx="73152" cy="1828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💉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80644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Drug Dosage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359359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Pharmacokinetics uses smooth (differentiable) concentration curves over time.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📸 VISUAL NEEDED: Small icons – heart monitor trace, sound wave, curved road, drug absorption graph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B703"/>
                </a:solidFill>
              </a:rPr>
              <a:t>✏️ 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&amp; Decide!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PAIRS · 8 MINUTES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5212080" cy="2926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Instructions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1. Sketch the graph of f(x) = |x² – 4|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2. Identify all points of non-differentiability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3. Check continuity at x = –2 and x = 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4. Write: Is every point of differentiability a point of continuity?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5. Present your conclusion to the class!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B703">
              <a:alpha val="9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💡 Hint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Use derivative definition: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Check LHD = RHD at sharp points.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|x² – 4| = 0 when x = ±2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34290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Expected Outcome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931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Non-differentiable at x = ±2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Continuous everywhere.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Connect to real-life: speed bumps!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📸 VISUAL NEEDED: Graph of f(x) = |x² – 4| with marked sharp corners at x = ±2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🧠 QUIZ TIME — 5 Questions · Raise Your Hand!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Q1. f(x) = x² is 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A) Continuous, Not Differentiable   |   B) Continuous &amp; Differentiable ✓   |   C) Neither   |   D) Differentiable, Not Continuous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39112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Q2. f(x) = |x| at x = 0 is 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A) Differentiable ✓   |   B) Not Continuous   |   C) Continuous but NOT Differentiable ✓   |   D) Undefined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209544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Q3. Which is a necessary condition for differentiability?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667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A) f(c) = 0   |   B) Continuity at c ✓   |   C) f ′(c) = 0   |   D) Limit does not exist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370832"/>
            <a:ext cx="91440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💬  Bonus: If f(x) is differentiable at x = c, write its derivative formula from first principles.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Q4 &amp; Q5: Board problems — teacher writes live!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✅ Exit Check — Check for Understanding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</a:rPr>
              <a:t>Before you leave, complete the 3-2-1 on your notebook: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2377440"/>
          </a:xfrm>
          <a:prstGeom prst="rect">
            <a:avLst/>
          </a:prstGeom>
          <a:solidFill>
            <a:srgbClr val="0D1B2A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627632"/>
            <a:ext cx="86868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Things you LEARNT today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1508760"/>
            <a:ext cx="2788920" cy="2377440"/>
          </a:xfrm>
          <a:prstGeom prst="rect">
            <a:avLst/>
          </a:prstGeom>
          <a:solidFill>
            <a:srgbClr val="0D1B2A"/>
          </a:solidFill>
          <a:ln w="31750">
            <a:solidFill>
              <a:srgbClr val="FFB70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1627632"/>
            <a:ext cx="868680" cy="8686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9272" y="2606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Real-life examples you can think of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508760"/>
            <a:ext cx="2788920" cy="2377440"/>
          </a:xfrm>
          <a:prstGeom prst="rect">
            <a:avLst/>
          </a:prstGeom>
          <a:solidFill>
            <a:srgbClr val="0D1B2A"/>
          </a:solidFill>
          <a:ln w="31750">
            <a:solidFill>
              <a:srgbClr val="F725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4" y="1627632"/>
            <a:ext cx="868680" cy="8686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4" y="1627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27064" y="2606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Question you STILL have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Takeaway: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Continuity is necessary but NOT sufficient for differentiability. Every differentiable function is continuous, but not every continuous function is differentiable!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🎉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You've taken your first step into the world of Calculus.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📌  Continuity: 3 Conditions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6517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🔍  3 Types of Discontinuity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📈  Differentiability = Smooth + Limit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2461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🌍  Real-life: ECG, Roads, Signals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977640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977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📚 NCERT Ex 5.1 – 5.3 | Practice Problems Tonight!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Questions? See you next class! 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Continuity and Differentiability – Class 12 CBSE</dc:title>
  <dc:subject>PptxGenJS Presentation</dc:subject>
  <dc:creator>PptxGenJS</dc:creator>
  <cp:lastModifiedBy>PptxGenJS</cp:lastModifiedBy>
  <cp:revision>1</cp:revision>
  <dcterms:created xsi:type="dcterms:W3CDTF">2026-05-15T01:23:11Z</dcterms:created>
  <dcterms:modified xsi:type="dcterms:W3CDTF">2026-05-15T01:23:11Z</dcterms:modified>
</cp:coreProperties>
</file>