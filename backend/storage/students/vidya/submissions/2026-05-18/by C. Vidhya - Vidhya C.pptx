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Londrina Solid" charset="1" panose="00000500000000000000"/>
      <p:regular r:id="rId18"/>
    </p:embeddedFont>
    <p:embeddedFont>
      <p:font typeface="Celandine" charset="1" panose="00000500000000000000"/>
      <p:regular r:id="rId19"/>
    </p:embeddedFont>
    <p:embeddedFont>
      <p:font typeface="Proxima Nova" charset="1" panose="02000506030000020004"/>
      <p:regular r:id="rId20"/>
    </p:embeddedFont>
    <p:embeddedFont>
      <p:font typeface="Proxima Nova Bold" charset="1" panose="02000506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57.pn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5B825D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17234"/>
            <a:ext cx="16230600" cy="8241066"/>
            <a:chOff x="0" y="0"/>
            <a:chExt cx="4085534" cy="2074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5858" cy="2072449"/>
            </a:xfrm>
            <a:custGeom>
              <a:avLst/>
              <a:gdLst/>
              <a:ahLst/>
              <a:cxnLst/>
              <a:rect r="r" b="b" t="t" l="l"/>
              <a:pathLst>
                <a:path h="2072449" w="4085858">
                  <a:moveTo>
                    <a:pt x="4075374" y="27234"/>
                  </a:moveTo>
                  <a:cubicBezTo>
                    <a:pt x="4066484" y="23424"/>
                    <a:pt x="4057594" y="20884"/>
                    <a:pt x="4048704" y="20884"/>
                  </a:cubicBezTo>
                  <a:cubicBezTo>
                    <a:pt x="4022034" y="19614"/>
                    <a:pt x="3961677" y="19614"/>
                    <a:pt x="3894765" y="17074"/>
                  </a:cubicBezTo>
                  <a:cubicBezTo>
                    <a:pt x="3741823" y="11994"/>
                    <a:pt x="3592067" y="5644"/>
                    <a:pt x="3439125" y="3104"/>
                  </a:cubicBezTo>
                  <a:cubicBezTo>
                    <a:pt x="3314859" y="564"/>
                    <a:pt x="3193780" y="3104"/>
                    <a:pt x="3069515" y="1834"/>
                  </a:cubicBezTo>
                  <a:cubicBezTo>
                    <a:pt x="3015348" y="1834"/>
                    <a:pt x="2961181" y="-706"/>
                    <a:pt x="2907014" y="1834"/>
                  </a:cubicBezTo>
                  <a:cubicBezTo>
                    <a:pt x="2776376" y="9454"/>
                    <a:pt x="2645738" y="10724"/>
                    <a:pt x="2511914" y="8184"/>
                  </a:cubicBezTo>
                  <a:cubicBezTo>
                    <a:pt x="2445001" y="6914"/>
                    <a:pt x="2378089" y="6914"/>
                    <a:pt x="2311177" y="6914"/>
                  </a:cubicBezTo>
                  <a:cubicBezTo>
                    <a:pt x="2190098" y="6914"/>
                    <a:pt x="2069019" y="6914"/>
                    <a:pt x="1947940" y="5644"/>
                  </a:cubicBezTo>
                  <a:cubicBezTo>
                    <a:pt x="1820488" y="4374"/>
                    <a:pt x="565088" y="1834"/>
                    <a:pt x="440823" y="564"/>
                  </a:cubicBezTo>
                  <a:cubicBezTo>
                    <a:pt x="338862" y="-706"/>
                    <a:pt x="240087" y="564"/>
                    <a:pt x="138125" y="564"/>
                  </a:cubicBezTo>
                  <a:cubicBezTo>
                    <a:pt x="6802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9474"/>
                    <a:pt x="16510" y="218598"/>
                    <a:pt x="17780" y="306159"/>
                  </a:cubicBezTo>
                  <a:cubicBezTo>
                    <a:pt x="19050" y="395284"/>
                    <a:pt x="17780" y="484408"/>
                    <a:pt x="16510" y="575096"/>
                  </a:cubicBezTo>
                  <a:cubicBezTo>
                    <a:pt x="15240" y="667347"/>
                    <a:pt x="2540" y="1635207"/>
                    <a:pt x="2540" y="1727458"/>
                  </a:cubicBezTo>
                  <a:cubicBezTo>
                    <a:pt x="2540" y="1818146"/>
                    <a:pt x="1270" y="1908834"/>
                    <a:pt x="0" y="1999522"/>
                  </a:cubicBezTo>
                  <a:cubicBezTo>
                    <a:pt x="0" y="2017839"/>
                    <a:pt x="3810" y="2027999"/>
                    <a:pt x="15240" y="2033079"/>
                  </a:cubicBezTo>
                  <a:cubicBezTo>
                    <a:pt x="22860" y="2036889"/>
                    <a:pt x="31750" y="2039429"/>
                    <a:pt x="40640" y="2040699"/>
                  </a:cubicBezTo>
                  <a:cubicBezTo>
                    <a:pt x="134939" y="2045779"/>
                    <a:pt x="256018" y="2049589"/>
                    <a:pt x="377097" y="2054669"/>
                  </a:cubicBezTo>
                  <a:cubicBezTo>
                    <a:pt x="444009" y="2057209"/>
                    <a:pt x="510921" y="2062289"/>
                    <a:pt x="577833" y="2063559"/>
                  </a:cubicBezTo>
                  <a:cubicBezTo>
                    <a:pt x="689354" y="2066099"/>
                    <a:pt x="1932008" y="2067369"/>
                    <a:pt x="2043528" y="2068639"/>
                  </a:cubicBezTo>
                  <a:cubicBezTo>
                    <a:pt x="2059460" y="2068639"/>
                    <a:pt x="2075391" y="2068639"/>
                    <a:pt x="2091323" y="2068639"/>
                  </a:cubicBezTo>
                  <a:cubicBezTo>
                    <a:pt x="2167794" y="2068639"/>
                    <a:pt x="2247451" y="2067369"/>
                    <a:pt x="2323922" y="2067369"/>
                  </a:cubicBezTo>
                  <a:cubicBezTo>
                    <a:pt x="2413138" y="2067369"/>
                    <a:pt x="2499168" y="2068639"/>
                    <a:pt x="2588384" y="2068639"/>
                  </a:cubicBezTo>
                  <a:cubicBezTo>
                    <a:pt x="2719022" y="2068639"/>
                    <a:pt x="2852847" y="2068639"/>
                    <a:pt x="2983485" y="2068639"/>
                  </a:cubicBezTo>
                  <a:cubicBezTo>
                    <a:pt x="3104564" y="2068639"/>
                    <a:pt x="3225643" y="2069909"/>
                    <a:pt x="3346722" y="2071179"/>
                  </a:cubicBezTo>
                  <a:cubicBezTo>
                    <a:pt x="3400889" y="2071179"/>
                    <a:pt x="3458242" y="2072449"/>
                    <a:pt x="3512409" y="2072449"/>
                  </a:cubicBezTo>
                  <a:cubicBezTo>
                    <a:pt x="3687656" y="2071179"/>
                    <a:pt x="3859716" y="2064829"/>
                    <a:pt x="4025844" y="2064829"/>
                  </a:cubicBezTo>
                  <a:cubicBezTo>
                    <a:pt x="4029654" y="2064829"/>
                    <a:pt x="4034734" y="2062289"/>
                    <a:pt x="4038544" y="2059749"/>
                  </a:cubicBezTo>
                  <a:cubicBezTo>
                    <a:pt x="4043624" y="2055939"/>
                    <a:pt x="4046164" y="2049589"/>
                    <a:pt x="4048704" y="2047049"/>
                  </a:cubicBezTo>
                  <a:cubicBezTo>
                    <a:pt x="4049974" y="1988577"/>
                    <a:pt x="4051244" y="1922906"/>
                    <a:pt x="4052514" y="1857236"/>
                  </a:cubicBezTo>
                  <a:cubicBezTo>
                    <a:pt x="4053784" y="1755602"/>
                    <a:pt x="4063944" y="779925"/>
                    <a:pt x="4065214" y="678292"/>
                  </a:cubicBezTo>
                  <a:cubicBezTo>
                    <a:pt x="4065214" y="617312"/>
                    <a:pt x="4066484" y="556333"/>
                    <a:pt x="4067754" y="495353"/>
                  </a:cubicBezTo>
                  <a:cubicBezTo>
                    <a:pt x="4069024" y="429682"/>
                    <a:pt x="4070294" y="364012"/>
                    <a:pt x="4072834" y="298341"/>
                  </a:cubicBezTo>
                  <a:cubicBezTo>
                    <a:pt x="4074104" y="259252"/>
                    <a:pt x="4074104" y="218598"/>
                    <a:pt x="4079184" y="179509"/>
                  </a:cubicBezTo>
                  <a:cubicBezTo>
                    <a:pt x="4084264" y="132601"/>
                    <a:pt x="4086804" y="87257"/>
                    <a:pt x="4085534" y="43744"/>
                  </a:cubicBezTo>
                  <a:cubicBezTo>
                    <a:pt x="4085534" y="37394"/>
                    <a:pt x="4081724" y="29774"/>
                    <a:pt x="4075374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21569" y="4457588"/>
            <a:ext cx="1272291" cy="1265351"/>
          </a:xfrm>
          <a:custGeom>
            <a:avLst/>
            <a:gdLst/>
            <a:ahLst/>
            <a:cxnLst/>
            <a:rect r="r" b="b" t="t" l="l"/>
            <a:pathLst>
              <a:path h="1265351" w="1272291">
                <a:moveTo>
                  <a:pt x="0" y="0"/>
                </a:moveTo>
                <a:lnTo>
                  <a:pt x="1272291" y="0"/>
                </a:lnTo>
                <a:lnTo>
                  <a:pt x="1272291" y="1265351"/>
                </a:lnTo>
                <a:lnTo>
                  <a:pt x="0" y="1265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9948" y="4448045"/>
            <a:ext cx="3679041" cy="3652284"/>
          </a:xfrm>
          <a:custGeom>
            <a:avLst/>
            <a:gdLst/>
            <a:ahLst/>
            <a:cxnLst/>
            <a:rect r="r" b="b" t="t" l="l"/>
            <a:pathLst>
              <a:path h="3652284" w="3679041">
                <a:moveTo>
                  <a:pt x="0" y="0"/>
                </a:moveTo>
                <a:lnTo>
                  <a:pt x="3679041" y="0"/>
                </a:lnTo>
                <a:lnTo>
                  <a:pt x="3679041" y="3652284"/>
                </a:lnTo>
                <a:lnTo>
                  <a:pt x="0" y="3652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9948" y="2308884"/>
            <a:ext cx="6743568" cy="5082964"/>
            <a:chOff x="0" y="0"/>
            <a:chExt cx="8991423" cy="677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91423" cy="6777285"/>
            </a:xfrm>
            <a:custGeom>
              <a:avLst/>
              <a:gdLst/>
              <a:ahLst/>
              <a:cxnLst/>
              <a:rect r="r" b="b" t="t" l="l"/>
              <a:pathLst>
                <a:path h="6777285" w="8991423">
                  <a:moveTo>
                    <a:pt x="0" y="0"/>
                  </a:moveTo>
                  <a:lnTo>
                    <a:pt x="8991423" y="0"/>
                  </a:lnTo>
                  <a:lnTo>
                    <a:pt x="8991423" y="6777285"/>
                  </a:lnTo>
                  <a:lnTo>
                    <a:pt x="0" y="6777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2007357" y="4969401"/>
              <a:ext cx="691390" cy="69139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DA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0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1575427">
            <a:off x="5129345" y="1844188"/>
            <a:ext cx="604773" cy="604773"/>
          </a:xfrm>
          <a:custGeom>
            <a:avLst/>
            <a:gdLst/>
            <a:ahLst/>
            <a:cxnLst/>
            <a:rect r="r" b="b" t="t" l="l"/>
            <a:pathLst>
              <a:path h="604773" w="604773">
                <a:moveTo>
                  <a:pt x="0" y="0"/>
                </a:moveTo>
                <a:lnTo>
                  <a:pt x="604773" y="0"/>
                </a:lnTo>
                <a:lnTo>
                  <a:pt x="604773" y="604773"/>
                </a:lnTo>
                <a:lnTo>
                  <a:pt x="0" y="604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79774" y="2099532"/>
            <a:ext cx="420999" cy="418702"/>
          </a:xfrm>
          <a:custGeom>
            <a:avLst/>
            <a:gdLst/>
            <a:ahLst/>
            <a:cxnLst/>
            <a:rect r="r" b="b" t="t" l="l"/>
            <a:pathLst>
              <a:path h="418702" w="420999">
                <a:moveTo>
                  <a:pt x="0" y="0"/>
                </a:moveTo>
                <a:lnTo>
                  <a:pt x="420999" y="0"/>
                </a:lnTo>
                <a:lnTo>
                  <a:pt x="420999" y="418703"/>
                </a:lnTo>
                <a:lnTo>
                  <a:pt x="0" y="418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059948" y="8427607"/>
            <a:ext cx="3247173" cy="296884"/>
            <a:chOff x="0" y="0"/>
            <a:chExt cx="4329563" cy="3958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855527" y="0"/>
              <a:ext cx="2474036" cy="395846"/>
            </a:xfrm>
            <a:custGeom>
              <a:avLst/>
              <a:gdLst/>
              <a:ahLst/>
              <a:cxnLst/>
              <a:rect r="r" b="b" t="t" l="l"/>
              <a:pathLst>
                <a:path h="395846" w="2474036">
                  <a:moveTo>
                    <a:pt x="0" y="0"/>
                  </a:moveTo>
                  <a:lnTo>
                    <a:pt x="2474036" y="0"/>
                  </a:lnTo>
                  <a:lnTo>
                    <a:pt x="2474036" y="395846"/>
                  </a:lnTo>
                  <a:lnTo>
                    <a:pt x="0" y="39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7511"/>
              <a:ext cx="1598620" cy="34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INSPIRED BY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017757" y="3132401"/>
            <a:ext cx="7902322" cy="283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4"/>
              </a:lnSpc>
            </a:pPr>
            <a:r>
              <a:rPr lang="en-US" sz="1194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WHAT ARE INTEGERS?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34791" y="6607749"/>
            <a:ext cx="6523132" cy="61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593">
                <a:solidFill>
                  <a:srgbClr val="FF66C4"/>
                </a:solidFill>
                <a:latin typeface="Celandine"/>
                <a:ea typeface="Celandine"/>
                <a:cs typeface="Celandine"/>
                <a:sym typeface="Celandine"/>
              </a:rPr>
              <a:t>by   C. Vidhya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B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803237">
            <a:off x="13033043" y="6467479"/>
            <a:ext cx="2001702" cy="2554376"/>
          </a:xfrm>
          <a:custGeom>
            <a:avLst/>
            <a:gdLst/>
            <a:ahLst/>
            <a:cxnLst/>
            <a:rect r="r" b="b" t="t" l="l"/>
            <a:pathLst>
              <a:path h="2554376" w="2001702">
                <a:moveTo>
                  <a:pt x="0" y="0"/>
                </a:moveTo>
                <a:lnTo>
                  <a:pt x="2001702" y="0"/>
                </a:lnTo>
                <a:lnTo>
                  <a:pt x="2001702" y="2554376"/>
                </a:lnTo>
                <a:lnTo>
                  <a:pt x="0" y="2554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035549">
            <a:off x="2249779" y="6238435"/>
            <a:ext cx="1783821" cy="2795161"/>
          </a:xfrm>
          <a:custGeom>
            <a:avLst/>
            <a:gdLst/>
            <a:ahLst/>
            <a:cxnLst/>
            <a:rect r="r" b="b" t="t" l="l"/>
            <a:pathLst>
              <a:path h="2795161" w="1783821">
                <a:moveTo>
                  <a:pt x="0" y="0"/>
                </a:moveTo>
                <a:lnTo>
                  <a:pt x="1783821" y="0"/>
                </a:lnTo>
                <a:lnTo>
                  <a:pt x="1783821" y="2795161"/>
                </a:lnTo>
                <a:lnTo>
                  <a:pt x="0" y="2795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902128">
            <a:off x="14491927" y="4324904"/>
            <a:ext cx="1455833" cy="3127766"/>
          </a:xfrm>
          <a:custGeom>
            <a:avLst/>
            <a:gdLst/>
            <a:ahLst/>
            <a:cxnLst/>
            <a:rect r="r" b="b" t="t" l="l"/>
            <a:pathLst>
              <a:path h="3127766" w="1455833">
                <a:moveTo>
                  <a:pt x="0" y="0"/>
                </a:moveTo>
                <a:lnTo>
                  <a:pt x="1455833" y="0"/>
                </a:lnTo>
                <a:lnTo>
                  <a:pt x="1455833" y="3127765"/>
                </a:lnTo>
                <a:lnTo>
                  <a:pt x="0" y="312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20492" y="5621578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00416" y="5621578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20492" y="6601226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00416" y="6601226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36313" y="4054613"/>
            <a:ext cx="1141537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291958"/>
                </a:solidFill>
                <a:latin typeface="Proxima Nova"/>
                <a:ea typeface="Proxima Nova"/>
                <a:cs typeface="Proxima Nova"/>
                <a:sym typeface="Proxima Nova"/>
              </a:rPr>
              <a:t>Integers consist of all positive whole numbers, negative whole numbers and zero.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63502" y="1228449"/>
            <a:ext cx="9560995" cy="20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DEFINITION OF INTEGERS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0126" y="6304436"/>
            <a:ext cx="4983222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-3, -5, 0, 1, 7, and 18 are integers.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20050" y="6304436"/>
            <a:ext cx="4983222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1.6, ½, 5%, and -2.43 are not integers.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5820296">
            <a:off x="2952352" y="7224080"/>
            <a:ext cx="1085689" cy="2665753"/>
          </a:xfrm>
          <a:custGeom>
            <a:avLst/>
            <a:gdLst/>
            <a:ahLst/>
            <a:cxnLst/>
            <a:rect r="r" b="b" t="t" l="l"/>
            <a:pathLst>
              <a:path h="2665753" w="1085689">
                <a:moveTo>
                  <a:pt x="0" y="0"/>
                </a:moveTo>
                <a:lnTo>
                  <a:pt x="1085689" y="0"/>
                </a:lnTo>
                <a:lnTo>
                  <a:pt x="1085689" y="2665753"/>
                </a:lnTo>
                <a:lnTo>
                  <a:pt x="0" y="26657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076764">
            <a:off x="852138" y="5228364"/>
            <a:ext cx="982422" cy="977063"/>
          </a:xfrm>
          <a:custGeom>
            <a:avLst/>
            <a:gdLst/>
            <a:ahLst/>
            <a:cxnLst/>
            <a:rect r="r" b="b" t="t" l="l"/>
            <a:pathLst>
              <a:path h="977063" w="982422">
                <a:moveTo>
                  <a:pt x="0" y="0"/>
                </a:moveTo>
                <a:lnTo>
                  <a:pt x="982421" y="0"/>
                </a:lnTo>
                <a:lnTo>
                  <a:pt x="982421" y="977063"/>
                </a:lnTo>
                <a:lnTo>
                  <a:pt x="0" y="9770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970873">
            <a:off x="15734074" y="3088720"/>
            <a:ext cx="1127766" cy="1099060"/>
          </a:xfrm>
          <a:custGeom>
            <a:avLst/>
            <a:gdLst/>
            <a:ahLst/>
            <a:cxnLst/>
            <a:rect r="r" b="b" t="t" l="l"/>
            <a:pathLst>
              <a:path h="1099060" w="1127766">
                <a:moveTo>
                  <a:pt x="0" y="0"/>
                </a:moveTo>
                <a:lnTo>
                  <a:pt x="1127767" y="0"/>
                </a:lnTo>
                <a:lnTo>
                  <a:pt x="1127767" y="1099060"/>
                </a:lnTo>
                <a:lnTo>
                  <a:pt x="0" y="10990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B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820296">
            <a:off x="2407861" y="6008141"/>
            <a:ext cx="1085689" cy="2665753"/>
          </a:xfrm>
          <a:custGeom>
            <a:avLst/>
            <a:gdLst/>
            <a:ahLst/>
            <a:cxnLst/>
            <a:rect r="r" b="b" t="t" l="l"/>
            <a:pathLst>
              <a:path h="2665753" w="1085689">
                <a:moveTo>
                  <a:pt x="0" y="0"/>
                </a:moveTo>
                <a:lnTo>
                  <a:pt x="1085688" y="0"/>
                </a:lnTo>
                <a:lnTo>
                  <a:pt x="1085688" y="2665753"/>
                </a:lnTo>
                <a:lnTo>
                  <a:pt x="0" y="2665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803237">
            <a:off x="14309187" y="7047931"/>
            <a:ext cx="2001702" cy="2554376"/>
          </a:xfrm>
          <a:custGeom>
            <a:avLst/>
            <a:gdLst/>
            <a:ahLst/>
            <a:cxnLst/>
            <a:rect r="r" b="b" t="t" l="l"/>
            <a:pathLst>
              <a:path h="2554376" w="2001702">
                <a:moveTo>
                  <a:pt x="0" y="0"/>
                </a:moveTo>
                <a:lnTo>
                  <a:pt x="2001701" y="0"/>
                </a:lnTo>
                <a:lnTo>
                  <a:pt x="2001701" y="2554376"/>
                </a:lnTo>
                <a:lnTo>
                  <a:pt x="0" y="2554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902128">
            <a:off x="9555878" y="6942138"/>
            <a:ext cx="1455833" cy="3127766"/>
          </a:xfrm>
          <a:custGeom>
            <a:avLst/>
            <a:gdLst/>
            <a:ahLst/>
            <a:cxnLst/>
            <a:rect r="r" b="b" t="t" l="l"/>
            <a:pathLst>
              <a:path h="3127766" w="1455833">
                <a:moveTo>
                  <a:pt x="0" y="0"/>
                </a:moveTo>
                <a:lnTo>
                  <a:pt x="1455832" y="0"/>
                </a:lnTo>
                <a:lnTo>
                  <a:pt x="1455832" y="3127765"/>
                </a:lnTo>
                <a:lnTo>
                  <a:pt x="0" y="312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14479" y="4934203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14479" y="5498312"/>
            <a:ext cx="5822489" cy="1450329"/>
          </a:xfrm>
          <a:custGeom>
            <a:avLst/>
            <a:gdLst/>
            <a:ahLst/>
            <a:cxnLst/>
            <a:rect r="r" b="b" t="t" l="l"/>
            <a:pathLst>
              <a:path h="1450329" w="5822489">
                <a:moveTo>
                  <a:pt x="0" y="0"/>
                </a:moveTo>
                <a:lnTo>
                  <a:pt x="5822489" y="0"/>
                </a:lnTo>
                <a:lnTo>
                  <a:pt x="5822489" y="1450329"/>
                </a:lnTo>
                <a:lnTo>
                  <a:pt x="0" y="1450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3349" y="7413918"/>
            <a:ext cx="5045896" cy="1256887"/>
          </a:xfrm>
          <a:custGeom>
            <a:avLst/>
            <a:gdLst/>
            <a:ahLst/>
            <a:cxnLst/>
            <a:rect r="r" b="b" t="t" l="l"/>
            <a:pathLst>
              <a:path h="1256887" w="5045896">
                <a:moveTo>
                  <a:pt x="0" y="0"/>
                </a:moveTo>
                <a:lnTo>
                  <a:pt x="5045896" y="0"/>
                </a:lnTo>
                <a:lnTo>
                  <a:pt x="5045896" y="1256887"/>
                </a:lnTo>
                <a:lnTo>
                  <a:pt x="0" y="1256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40159" y="7413918"/>
            <a:ext cx="5045896" cy="1256887"/>
          </a:xfrm>
          <a:custGeom>
            <a:avLst/>
            <a:gdLst/>
            <a:ahLst/>
            <a:cxnLst/>
            <a:rect r="r" b="b" t="t" l="l"/>
            <a:pathLst>
              <a:path h="1256887" w="5045896">
                <a:moveTo>
                  <a:pt x="0" y="0"/>
                </a:moveTo>
                <a:lnTo>
                  <a:pt x="5045895" y="0"/>
                </a:lnTo>
                <a:lnTo>
                  <a:pt x="5045895" y="1256887"/>
                </a:lnTo>
                <a:lnTo>
                  <a:pt x="0" y="1256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36968" y="7413918"/>
            <a:ext cx="5045896" cy="1256887"/>
          </a:xfrm>
          <a:custGeom>
            <a:avLst/>
            <a:gdLst/>
            <a:ahLst/>
            <a:cxnLst/>
            <a:rect r="r" b="b" t="t" l="l"/>
            <a:pathLst>
              <a:path h="1256887" w="5045896">
                <a:moveTo>
                  <a:pt x="0" y="0"/>
                </a:moveTo>
                <a:lnTo>
                  <a:pt x="5045896" y="0"/>
                </a:lnTo>
                <a:lnTo>
                  <a:pt x="5045896" y="1256887"/>
                </a:lnTo>
                <a:lnTo>
                  <a:pt x="0" y="1256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484951"/>
            <a:ext cx="162306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Integers consist of all positive whole numbers, negative whole numbers 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and zero.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3502" y="1228449"/>
            <a:ext cx="9560995" cy="20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DEFINITION OF INTEGERS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4113" y="5381721"/>
            <a:ext cx="4983222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-3, -5, 0, 1, 7, and 18 are integers.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076764">
            <a:off x="2595604" y="6236371"/>
            <a:ext cx="982422" cy="977063"/>
          </a:xfrm>
          <a:custGeom>
            <a:avLst/>
            <a:gdLst/>
            <a:ahLst/>
            <a:cxnLst/>
            <a:rect r="r" b="b" t="t" l="l"/>
            <a:pathLst>
              <a:path h="977063" w="982422">
                <a:moveTo>
                  <a:pt x="0" y="0"/>
                </a:moveTo>
                <a:lnTo>
                  <a:pt x="982422" y="0"/>
                </a:lnTo>
                <a:lnTo>
                  <a:pt x="982422" y="977063"/>
                </a:lnTo>
                <a:lnTo>
                  <a:pt x="0" y="9770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6869413">
            <a:off x="15724295" y="5783482"/>
            <a:ext cx="1127766" cy="1099060"/>
          </a:xfrm>
          <a:custGeom>
            <a:avLst/>
            <a:gdLst/>
            <a:ahLst/>
            <a:cxnLst/>
            <a:rect r="r" b="b" t="t" l="l"/>
            <a:pathLst>
              <a:path h="1099060" w="1127766">
                <a:moveTo>
                  <a:pt x="0" y="0"/>
                </a:moveTo>
                <a:lnTo>
                  <a:pt x="1127767" y="0"/>
                </a:lnTo>
                <a:lnTo>
                  <a:pt x="1127767" y="1099059"/>
                </a:lnTo>
                <a:lnTo>
                  <a:pt x="0" y="10990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61575" y="7632059"/>
            <a:ext cx="468917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Negative integers: 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-3, -5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1884" y="7632059"/>
            <a:ext cx="468917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Positive integers: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1, 7, 18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01307" y="7632059"/>
            <a:ext cx="468917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0 is neither positive or negative.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5B825D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484951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We can illustrate integers using a number line.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3502" y="1228449"/>
            <a:ext cx="9560995" cy="20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INTEGERS ON A NUMBER LINE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25407">
            <a:off x="1912457" y="2796441"/>
            <a:ext cx="882053" cy="882053"/>
          </a:xfrm>
          <a:custGeom>
            <a:avLst/>
            <a:gdLst/>
            <a:ahLst/>
            <a:cxnLst/>
            <a:rect r="r" b="b" t="t" l="l"/>
            <a:pathLst>
              <a:path h="882053" w="882053">
                <a:moveTo>
                  <a:pt x="0" y="0"/>
                </a:moveTo>
                <a:lnTo>
                  <a:pt x="882053" y="0"/>
                </a:lnTo>
                <a:lnTo>
                  <a:pt x="882053" y="882053"/>
                </a:lnTo>
                <a:lnTo>
                  <a:pt x="0" y="882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300834">
            <a:off x="1345235" y="3788720"/>
            <a:ext cx="614020" cy="610671"/>
          </a:xfrm>
          <a:custGeom>
            <a:avLst/>
            <a:gdLst/>
            <a:ahLst/>
            <a:cxnLst/>
            <a:rect r="r" b="b" t="t" l="l"/>
            <a:pathLst>
              <a:path h="610671" w="614020">
                <a:moveTo>
                  <a:pt x="0" y="0"/>
                </a:moveTo>
                <a:lnTo>
                  <a:pt x="614020" y="0"/>
                </a:lnTo>
                <a:lnTo>
                  <a:pt x="614020" y="610671"/>
                </a:lnTo>
                <a:lnTo>
                  <a:pt x="0" y="61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968665" y="5917071"/>
            <a:ext cx="10209313" cy="610806"/>
            <a:chOff x="0" y="0"/>
            <a:chExt cx="13612418" cy="814408"/>
          </a:xfrm>
        </p:grpSpPr>
        <p:sp>
          <p:nvSpPr>
            <p:cNvPr name="AutoShape 11" id="11"/>
            <p:cNvSpPr/>
            <p:nvPr/>
          </p:nvSpPr>
          <p:spPr>
            <a:xfrm>
              <a:off x="0" y="382423"/>
              <a:ext cx="13612418" cy="0"/>
            </a:xfrm>
            <a:prstGeom prst="line">
              <a:avLst/>
            </a:prstGeom>
            <a:ln cap="flat" w="76200">
              <a:solidFill>
                <a:srgbClr val="4D433B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AutoShape 12" id="12"/>
            <p:cNvSpPr/>
            <p:nvPr/>
          </p:nvSpPr>
          <p:spPr>
            <a:xfrm flipH="true">
              <a:off x="107492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H="true">
              <a:off x="235090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362688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H="true">
              <a:off x="490287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>
              <a:off x="617885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H="true">
              <a:off x="745483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873081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H="true">
              <a:off x="1000679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1128277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1255875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3828011" y="1828800"/>
            <a:ext cx="2964128" cy="3288171"/>
          </a:xfrm>
          <a:custGeom>
            <a:avLst/>
            <a:gdLst/>
            <a:ahLst/>
            <a:cxnLst/>
            <a:rect r="r" b="b" t="t" l="l"/>
            <a:pathLst>
              <a:path h="3288171" w="2964128">
                <a:moveTo>
                  <a:pt x="0" y="0"/>
                </a:moveTo>
                <a:lnTo>
                  <a:pt x="2964128" y="0"/>
                </a:lnTo>
                <a:lnTo>
                  <a:pt x="2964128" y="3288171"/>
                </a:lnTo>
                <a:lnTo>
                  <a:pt x="0" y="3288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66" t="0" r="-5466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978990" y="7964246"/>
            <a:ext cx="463753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Negative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numbers 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are on the </a:t>
            </a: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left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of 0.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93394" y="7964246"/>
            <a:ext cx="463753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Positive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numbers 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are on the </a:t>
            </a: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right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of 0.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78990" y="4792928"/>
            <a:ext cx="1005193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Zero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is neither 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positive nor negative.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59732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26738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36835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-2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75620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13939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-4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11422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41270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71119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22809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14421" y="66517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64332" y="7306387"/>
            <a:ext cx="4066854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 spc="332">
                <a:solidFill>
                  <a:srgbClr val="F0762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NEGATIVE INTEGERS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62201" y="7306387"/>
            <a:ext cx="3899921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 spc="332">
                <a:solidFill>
                  <a:srgbClr val="F0762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POSITIVE INTEGERS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B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40237" y="4532857"/>
            <a:ext cx="6807525" cy="889825"/>
            <a:chOff x="0" y="0"/>
            <a:chExt cx="9076700" cy="11864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63056" cy="1186434"/>
            </a:xfrm>
            <a:custGeom>
              <a:avLst/>
              <a:gdLst/>
              <a:ahLst/>
              <a:cxnLst/>
              <a:rect r="r" b="b" t="t" l="l"/>
              <a:pathLst>
                <a:path h="1186434" w="4763056">
                  <a:moveTo>
                    <a:pt x="0" y="0"/>
                  </a:moveTo>
                  <a:lnTo>
                    <a:pt x="4763056" y="0"/>
                  </a:lnTo>
                  <a:lnTo>
                    <a:pt x="4763056" y="1186434"/>
                  </a:lnTo>
                  <a:lnTo>
                    <a:pt x="0" y="118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313645" y="0"/>
              <a:ext cx="4763056" cy="1186434"/>
            </a:xfrm>
            <a:custGeom>
              <a:avLst/>
              <a:gdLst/>
              <a:ahLst/>
              <a:cxnLst/>
              <a:rect r="r" b="b" t="t" l="l"/>
              <a:pathLst>
                <a:path h="1186434" w="4763056">
                  <a:moveTo>
                    <a:pt x="0" y="0"/>
                  </a:moveTo>
                  <a:lnTo>
                    <a:pt x="4763055" y="0"/>
                  </a:lnTo>
                  <a:lnTo>
                    <a:pt x="4763055" y="1186434"/>
                  </a:lnTo>
                  <a:lnTo>
                    <a:pt x="0" y="118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569250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Locate the corresponding point to the left or to the right of 0.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749170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Example:</a:t>
            </a: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Plot 4 on the number line.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612253">
            <a:off x="15609239" y="3322000"/>
            <a:ext cx="4073219" cy="2421714"/>
          </a:xfrm>
          <a:custGeom>
            <a:avLst/>
            <a:gdLst/>
            <a:ahLst/>
            <a:cxnLst/>
            <a:rect r="r" b="b" t="t" l="l"/>
            <a:pathLst>
              <a:path h="2421714" w="4073219">
                <a:moveTo>
                  <a:pt x="0" y="0"/>
                </a:moveTo>
                <a:lnTo>
                  <a:pt x="4073219" y="0"/>
                </a:lnTo>
                <a:lnTo>
                  <a:pt x="4073219" y="2421714"/>
                </a:lnTo>
                <a:lnTo>
                  <a:pt x="0" y="242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12743">
            <a:off x="15199226" y="3504842"/>
            <a:ext cx="2174755" cy="1376027"/>
          </a:xfrm>
          <a:custGeom>
            <a:avLst/>
            <a:gdLst/>
            <a:ahLst/>
            <a:cxnLst/>
            <a:rect r="r" b="b" t="t" l="l"/>
            <a:pathLst>
              <a:path h="1376027" w="2174755">
                <a:moveTo>
                  <a:pt x="0" y="0"/>
                </a:moveTo>
                <a:lnTo>
                  <a:pt x="2174755" y="0"/>
                </a:lnTo>
                <a:lnTo>
                  <a:pt x="2174755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08340">
            <a:off x="990770" y="4857357"/>
            <a:ext cx="1217322" cy="1011484"/>
          </a:xfrm>
          <a:custGeom>
            <a:avLst/>
            <a:gdLst/>
            <a:ahLst/>
            <a:cxnLst/>
            <a:rect r="r" b="b" t="t" l="l"/>
            <a:pathLst>
              <a:path h="1011484" w="1217322">
                <a:moveTo>
                  <a:pt x="0" y="0"/>
                </a:moveTo>
                <a:lnTo>
                  <a:pt x="1217323" y="0"/>
                </a:lnTo>
                <a:lnTo>
                  <a:pt x="1217323" y="1011485"/>
                </a:lnTo>
                <a:lnTo>
                  <a:pt x="0" y="10114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63502" y="1228449"/>
            <a:ext cx="9560995" cy="20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PLOTTING INTEGERS ON A NUMBER 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42186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Because 4 is positive, we plot 4 units to the right of 0.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908768">
            <a:off x="1883399" y="4216243"/>
            <a:ext cx="495398" cy="476483"/>
          </a:xfrm>
          <a:custGeom>
            <a:avLst/>
            <a:gdLst/>
            <a:ahLst/>
            <a:cxnLst/>
            <a:rect r="r" b="b" t="t" l="l"/>
            <a:pathLst>
              <a:path h="476483" w="495398">
                <a:moveTo>
                  <a:pt x="0" y="0"/>
                </a:moveTo>
                <a:lnTo>
                  <a:pt x="495398" y="0"/>
                </a:lnTo>
                <a:lnTo>
                  <a:pt x="495398" y="476483"/>
                </a:lnTo>
                <a:lnTo>
                  <a:pt x="0" y="476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>
            <a:off x="8616527" y="6118673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4"/>
                  <a:pt x="105362" y="105362"/>
                </a:cubicBezTo>
                <a:cubicBezTo>
                  <a:pt x="172824" y="37900"/>
                  <a:pt x="264322" y="0"/>
                  <a:pt x="359728" y="0"/>
                </a:cubicBezTo>
                <a:lnTo>
                  <a:pt x="591962" y="0"/>
                </a:lnTo>
                <a:cubicBezTo>
                  <a:pt x="687368" y="0"/>
                  <a:pt x="778865" y="37900"/>
                  <a:pt x="846328" y="105362"/>
                </a:cubicBezTo>
                <a:cubicBezTo>
                  <a:pt x="913790" y="172824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>
            <a:off x="9565425" y="6118673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4"/>
                  <a:pt x="105362" y="105362"/>
                </a:cubicBezTo>
                <a:cubicBezTo>
                  <a:pt x="172825" y="37900"/>
                  <a:pt x="264322" y="0"/>
                  <a:pt x="359729" y="0"/>
                </a:cubicBezTo>
                <a:lnTo>
                  <a:pt x="591963" y="0"/>
                </a:lnTo>
                <a:cubicBezTo>
                  <a:pt x="687369" y="0"/>
                  <a:pt x="778866" y="37900"/>
                  <a:pt x="846329" y="105362"/>
                </a:cubicBezTo>
                <a:cubicBezTo>
                  <a:pt x="913790" y="172824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>
            <a:off x="10536165" y="6118673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4"/>
                  <a:pt x="105362" y="105362"/>
                </a:cubicBezTo>
                <a:cubicBezTo>
                  <a:pt x="172825" y="37900"/>
                  <a:pt x="264323" y="0"/>
                  <a:pt x="359729" y="0"/>
                </a:cubicBezTo>
                <a:lnTo>
                  <a:pt x="591963" y="0"/>
                </a:lnTo>
                <a:cubicBezTo>
                  <a:pt x="687369" y="0"/>
                  <a:pt x="778866" y="37900"/>
                  <a:pt x="846329" y="105362"/>
                </a:cubicBezTo>
                <a:cubicBezTo>
                  <a:pt x="913790" y="172824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>
            <a:off x="11485064" y="6118673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4"/>
                  <a:pt x="105362" y="105362"/>
                </a:cubicBezTo>
                <a:cubicBezTo>
                  <a:pt x="172824" y="37900"/>
                  <a:pt x="264322" y="0"/>
                  <a:pt x="359729" y="0"/>
                </a:cubicBezTo>
                <a:lnTo>
                  <a:pt x="591962" y="0"/>
                </a:lnTo>
                <a:cubicBezTo>
                  <a:pt x="687368" y="0"/>
                  <a:pt x="778866" y="37900"/>
                  <a:pt x="846328" y="105362"/>
                </a:cubicBezTo>
                <a:cubicBezTo>
                  <a:pt x="913790" y="172824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1" id="21"/>
          <p:cNvSpPr txBox="true"/>
          <p:nvPr/>
        </p:nvSpPr>
        <p:spPr>
          <a:xfrm rot="0">
            <a:off x="8178782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45788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55885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-2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94670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32989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-4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30472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0320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90169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41859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33471" y="7851568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987715" y="7116937"/>
            <a:ext cx="10209313" cy="610806"/>
            <a:chOff x="0" y="0"/>
            <a:chExt cx="13612418" cy="814408"/>
          </a:xfrm>
        </p:grpSpPr>
        <p:sp>
          <p:nvSpPr>
            <p:cNvPr name="AutoShape 32" id="32"/>
            <p:cNvSpPr/>
            <p:nvPr/>
          </p:nvSpPr>
          <p:spPr>
            <a:xfrm>
              <a:off x="0" y="382423"/>
              <a:ext cx="13612418" cy="0"/>
            </a:xfrm>
            <a:prstGeom prst="line">
              <a:avLst/>
            </a:prstGeom>
            <a:ln cap="flat" w="76200">
              <a:solidFill>
                <a:srgbClr val="4D433B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AutoShape 33" id="33"/>
            <p:cNvSpPr/>
            <p:nvPr/>
          </p:nvSpPr>
          <p:spPr>
            <a:xfrm flipH="true">
              <a:off x="107492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 flipH="true">
              <a:off x="235090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 flipH="true">
              <a:off x="362688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 flipH="true">
              <a:off x="490287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617885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>
              <a:off x="745483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>
              <a:off x="873081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H="true">
              <a:off x="1000679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H="true">
              <a:off x="1128277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H="true">
              <a:off x="1255875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17607" y="6959690"/>
            <a:ext cx="314494" cy="314494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762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B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97832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64838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74935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-2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3720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2039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-4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9522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9370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09219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0909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2521" y="6804102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06765" y="6069471"/>
            <a:ext cx="10209313" cy="610806"/>
            <a:chOff x="0" y="0"/>
            <a:chExt cx="13612418" cy="814408"/>
          </a:xfrm>
        </p:grpSpPr>
        <p:sp>
          <p:nvSpPr>
            <p:cNvPr name="AutoShape 17" id="17"/>
            <p:cNvSpPr/>
            <p:nvPr/>
          </p:nvSpPr>
          <p:spPr>
            <a:xfrm>
              <a:off x="0" y="382423"/>
              <a:ext cx="13612418" cy="0"/>
            </a:xfrm>
            <a:prstGeom prst="line">
              <a:avLst/>
            </a:prstGeom>
            <a:ln cap="flat" w="76200">
              <a:solidFill>
                <a:srgbClr val="4D433B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107492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H="true">
              <a:off x="235090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362688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490287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617885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H="true">
              <a:off x="745483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>
              <a:off x="873081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H="true">
              <a:off x="1000679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1128277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1255875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740237" y="4532857"/>
            <a:ext cx="6807525" cy="889825"/>
            <a:chOff x="0" y="0"/>
            <a:chExt cx="9076700" cy="11864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63056" cy="1186434"/>
            </a:xfrm>
            <a:custGeom>
              <a:avLst/>
              <a:gdLst/>
              <a:ahLst/>
              <a:cxnLst/>
              <a:rect r="r" b="b" t="t" l="l"/>
              <a:pathLst>
                <a:path h="1186434" w="4763056">
                  <a:moveTo>
                    <a:pt x="0" y="0"/>
                  </a:moveTo>
                  <a:lnTo>
                    <a:pt x="4763056" y="0"/>
                  </a:lnTo>
                  <a:lnTo>
                    <a:pt x="4763056" y="1186434"/>
                  </a:lnTo>
                  <a:lnTo>
                    <a:pt x="0" y="118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313645" y="0"/>
              <a:ext cx="4763056" cy="1186434"/>
            </a:xfrm>
            <a:custGeom>
              <a:avLst/>
              <a:gdLst/>
              <a:ahLst/>
              <a:cxnLst/>
              <a:rect r="r" b="b" t="t" l="l"/>
              <a:pathLst>
                <a:path h="1186434" w="4763056">
                  <a:moveTo>
                    <a:pt x="0" y="0"/>
                  </a:moveTo>
                  <a:lnTo>
                    <a:pt x="4763055" y="0"/>
                  </a:lnTo>
                  <a:lnTo>
                    <a:pt x="4763055" y="1186434"/>
                  </a:lnTo>
                  <a:lnTo>
                    <a:pt x="0" y="118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62470" y="6441526"/>
            <a:ext cx="314494" cy="31449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762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3569250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Locate the corresponding point to the left or to the right of 0.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4749170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Example:</a:t>
            </a:r>
            <a:r>
              <a:rPr lang="en-US" sz="2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Plot -2 on the number line.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612253">
            <a:off x="15609239" y="3322000"/>
            <a:ext cx="4073219" cy="2421714"/>
          </a:xfrm>
          <a:custGeom>
            <a:avLst/>
            <a:gdLst/>
            <a:ahLst/>
            <a:cxnLst/>
            <a:rect r="r" b="b" t="t" l="l"/>
            <a:pathLst>
              <a:path h="2421714" w="4073219">
                <a:moveTo>
                  <a:pt x="0" y="0"/>
                </a:moveTo>
                <a:lnTo>
                  <a:pt x="4073219" y="0"/>
                </a:lnTo>
                <a:lnTo>
                  <a:pt x="4073219" y="2421714"/>
                </a:lnTo>
                <a:lnTo>
                  <a:pt x="0" y="242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-412743">
            <a:off x="15199226" y="3504842"/>
            <a:ext cx="2174755" cy="1376027"/>
          </a:xfrm>
          <a:custGeom>
            <a:avLst/>
            <a:gdLst/>
            <a:ahLst/>
            <a:cxnLst/>
            <a:rect r="r" b="b" t="t" l="l"/>
            <a:pathLst>
              <a:path h="1376027" w="2174755">
                <a:moveTo>
                  <a:pt x="0" y="0"/>
                </a:moveTo>
                <a:lnTo>
                  <a:pt x="2174755" y="0"/>
                </a:lnTo>
                <a:lnTo>
                  <a:pt x="2174755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1008340">
            <a:off x="990770" y="4857357"/>
            <a:ext cx="1217322" cy="1011484"/>
          </a:xfrm>
          <a:custGeom>
            <a:avLst/>
            <a:gdLst/>
            <a:ahLst/>
            <a:cxnLst/>
            <a:rect r="r" b="b" t="t" l="l"/>
            <a:pathLst>
              <a:path h="1011484" w="1217322">
                <a:moveTo>
                  <a:pt x="0" y="0"/>
                </a:moveTo>
                <a:lnTo>
                  <a:pt x="1217323" y="0"/>
                </a:lnTo>
                <a:lnTo>
                  <a:pt x="1217323" y="1011485"/>
                </a:lnTo>
                <a:lnTo>
                  <a:pt x="0" y="10114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4363502" y="1228449"/>
            <a:ext cx="9560995" cy="20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PLOTTING INTEGERS ON A NUMBER LINE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8642186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Because -2 is negative, we plot 2 units to the left of 0.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908768">
            <a:off x="1883399" y="4216243"/>
            <a:ext cx="495398" cy="476483"/>
          </a:xfrm>
          <a:custGeom>
            <a:avLst/>
            <a:gdLst/>
            <a:ahLst/>
            <a:cxnLst/>
            <a:rect r="r" b="b" t="t" l="l"/>
            <a:pathLst>
              <a:path h="476483" w="495398">
                <a:moveTo>
                  <a:pt x="0" y="0"/>
                </a:moveTo>
                <a:lnTo>
                  <a:pt x="495398" y="0"/>
                </a:lnTo>
                <a:lnTo>
                  <a:pt x="495398" y="476483"/>
                </a:lnTo>
                <a:lnTo>
                  <a:pt x="0" y="476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>
            <a:off x="7683887" y="7416088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461932"/>
                  <a:pt x="38466" y="554797"/>
                  <a:pt x="106935" y="623267"/>
                </a:cubicBezTo>
                <a:cubicBezTo>
                  <a:pt x="175405" y="691736"/>
                  <a:pt x="268270" y="730202"/>
                  <a:pt x="365101" y="730202"/>
                </a:cubicBezTo>
                <a:lnTo>
                  <a:pt x="586589" y="730202"/>
                </a:lnTo>
                <a:cubicBezTo>
                  <a:pt x="788228" y="730202"/>
                  <a:pt x="951690" y="56674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>
            <a:off x="6731730" y="7416088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461932"/>
                  <a:pt x="38466" y="554797"/>
                  <a:pt x="106936" y="623267"/>
                </a:cubicBezTo>
                <a:cubicBezTo>
                  <a:pt x="175406" y="691736"/>
                  <a:pt x="268271" y="730202"/>
                  <a:pt x="365101" y="730202"/>
                </a:cubicBezTo>
                <a:lnTo>
                  <a:pt x="586589" y="730202"/>
                </a:lnTo>
                <a:cubicBezTo>
                  <a:pt x="788229" y="730202"/>
                  <a:pt x="951690" y="56674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A1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46879F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17234"/>
            <a:ext cx="16230600" cy="8241066"/>
            <a:chOff x="0" y="0"/>
            <a:chExt cx="4085534" cy="2074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5858" cy="2072449"/>
            </a:xfrm>
            <a:custGeom>
              <a:avLst/>
              <a:gdLst/>
              <a:ahLst/>
              <a:cxnLst/>
              <a:rect r="r" b="b" t="t" l="l"/>
              <a:pathLst>
                <a:path h="2072449" w="4085858">
                  <a:moveTo>
                    <a:pt x="4075374" y="27234"/>
                  </a:moveTo>
                  <a:cubicBezTo>
                    <a:pt x="4066484" y="23424"/>
                    <a:pt x="4057594" y="20884"/>
                    <a:pt x="4048704" y="20884"/>
                  </a:cubicBezTo>
                  <a:cubicBezTo>
                    <a:pt x="4022034" y="19614"/>
                    <a:pt x="3961677" y="19614"/>
                    <a:pt x="3894765" y="17074"/>
                  </a:cubicBezTo>
                  <a:cubicBezTo>
                    <a:pt x="3741823" y="11994"/>
                    <a:pt x="3592067" y="5644"/>
                    <a:pt x="3439125" y="3104"/>
                  </a:cubicBezTo>
                  <a:cubicBezTo>
                    <a:pt x="3314859" y="564"/>
                    <a:pt x="3193780" y="3104"/>
                    <a:pt x="3069515" y="1834"/>
                  </a:cubicBezTo>
                  <a:cubicBezTo>
                    <a:pt x="3015348" y="1834"/>
                    <a:pt x="2961181" y="-706"/>
                    <a:pt x="2907014" y="1834"/>
                  </a:cubicBezTo>
                  <a:cubicBezTo>
                    <a:pt x="2776376" y="9454"/>
                    <a:pt x="2645738" y="10724"/>
                    <a:pt x="2511914" y="8184"/>
                  </a:cubicBezTo>
                  <a:cubicBezTo>
                    <a:pt x="2445001" y="6914"/>
                    <a:pt x="2378089" y="6914"/>
                    <a:pt x="2311177" y="6914"/>
                  </a:cubicBezTo>
                  <a:cubicBezTo>
                    <a:pt x="2190098" y="6914"/>
                    <a:pt x="2069019" y="6914"/>
                    <a:pt x="1947940" y="5644"/>
                  </a:cubicBezTo>
                  <a:cubicBezTo>
                    <a:pt x="1820488" y="4374"/>
                    <a:pt x="565088" y="1834"/>
                    <a:pt x="440823" y="564"/>
                  </a:cubicBezTo>
                  <a:cubicBezTo>
                    <a:pt x="338862" y="-706"/>
                    <a:pt x="240087" y="564"/>
                    <a:pt x="138125" y="564"/>
                  </a:cubicBezTo>
                  <a:cubicBezTo>
                    <a:pt x="6802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9474"/>
                    <a:pt x="16510" y="218598"/>
                    <a:pt x="17780" y="306159"/>
                  </a:cubicBezTo>
                  <a:cubicBezTo>
                    <a:pt x="19050" y="395284"/>
                    <a:pt x="17780" y="484408"/>
                    <a:pt x="16510" y="575096"/>
                  </a:cubicBezTo>
                  <a:cubicBezTo>
                    <a:pt x="15240" y="667347"/>
                    <a:pt x="2540" y="1635207"/>
                    <a:pt x="2540" y="1727458"/>
                  </a:cubicBezTo>
                  <a:cubicBezTo>
                    <a:pt x="2540" y="1818146"/>
                    <a:pt x="1270" y="1908834"/>
                    <a:pt x="0" y="1999522"/>
                  </a:cubicBezTo>
                  <a:cubicBezTo>
                    <a:pt x="0" y="2017839"/>
                    <a:pt x="3810" y="2027999"/>
                    <a:pt x="15240" y="2033079"/>
                  </a:cubicBezTo>
                  <a:cubicBezTo>
                    <a:pt x="22860" y="2036889"/>
                    <a:pt x="31750" y="2039429"/>
                    <a:pt x="40640" y="2040699"/>
                  </a:cubicBezTo>
                  <a:cubicBezTo>
                    <a:pt x="134939" y="2045779"/>
                    <a:pt x="256018" y="2049589"/>
                    <a:pt x="377097" y="2054669"/>
                  </a:cubicBezTo>
                  <a:cubicBezTo>
                    <a:pt x="444009" y="2057209"/>
                    <a:pt x="510921" y="2062289"/>
                    <a:pt x="577833" y="2063559"/>
                  </a:cubicBezTo>
                  <a:cubicBezTo>
                    <a:pt x="689354" y="2066099"/>
                    <a:pt x="1932008" y="2067369"/>
                    <a:pt x="2043528" y="2068639"/>
                  </a:cubicBezTo>
                  <a:cubicBezTo>
                    <a:pt x="2059460" y="2068639"/>
                    <a:pt x="2075391" y="2068639"/>
                    <a:pt x="2091323" y="2068639"/>
                  </a:cubicBezTo>
                  <a:cubicBezTo>
                    <a:pt x="2167794" y="2068639"/>
                    <a:pt x="2247451" y="2067369"/>
                    <a:pt x="2323922" y="2067369"/>
                  </a:cubicBezTo>
                  <a:cubicBezTo>
                    <a:pt x="2413138" y="2067369"/>
                    <a:pt x="2499168" y="2068639"/>
                    <a:pt x="2588384" y="2068639"/>
                  </a:cubicBezTo>
                  <a:cubicBezTo>
                    <a:pt x="2719022" y="2068639"/>
                    <a:pt x="2852847" y="2068639"/>
                    <a:pt x="2983485" y="2068639"/>
                  </a:cubicBezTo>
                  <a:cubicBezTo>
                    <a:pt x="3104564" y="2068639"/>
                    <a:pt x="3225643" y="2069909"/>
                    <a:pt x="3346722" y="2071179"/>
                  </a:cubicBezTo>
                  <a:cubicBezTo>
                    <a:pt x="3400889" y="2071179"/>
                    <a:pt x="3458242" y="2072449"/>
                    <a:pt x="3512409" y="2072449"/>
                  </a:cubicBezTo>
                  <a:cubicBezTo>
                    <a:pt x="3687656" y="2071179"/>
                    <a:pt x="3859716" y="2064829"/>
                    <a:pt x="4025844" y="2064829"/>
                  </a:cubicBezTo>
                  <a:cubicBezTo>
                    <a:pt x="4029654" y="2064829"/>
                    <a:pt x="4034734" y="2062289"/>
                    <a:pt x="4038544" y="2059749"/>
                  </a:cubicBezTo>
                  <a:cubicBezTo>
                    <a:pt x="4043624" y="2055939"/>
                    <a:pt x="4046164" y="2049589"/>
                    <a:pt x="4048704" y="2047049"/>
                  </a:cubicBezTo>
                  <a:cubicBezTo>
                    <a:pt x="4049974" y="1988577"/>
                    <a:pt x="4051244" y="1922906"/>
                    <a:pt x="4052514" y="1857236"/>
                  </a:cubicBezTo>
                  <a:cubicBezTo>
                    <a:pt x="4053784" y="1755602"/>
                    <a:pt x="4063944" y="779925"/>
                    <a:pt x="4065214" y="678292"/>
                  </a:cubicBezTo>
                  <a:cubicBezTo>
                    <a:pt x="4065214" y="617312"/>
                    <a:pt x="4066484" y="556333"/>
                    <a:pt x="4067754" y="495353"/>
                  </a:cubicBezTo>
                  <a:cubicBezTo>
                    <a:pt x="4069024" y="429682"/>
                    <a:pt x="4070294" y="364012"/>
                    <a:pt x="4072834" y="298341"/>
                  </a:cubicBezTo>
                  <a:cubicBezTo>
                    <a:pt x="4074104" y="259252"/>
                    <a:pt x="4074104" y="218598"/>
                    <a:pt x="4079184" y="179509"/>
                  </a:cubicBezTo>
                  <a:cubicBezTo>
                    <a:pt x="4084264" y="132601"/>
                    <a:pt x="4086804" y="87257"/>
                    <a:pt x="4085534" y="43744"/>
                  </a:cubicBezTo>
                  <a:cubicBezTo>
                    <a:pt x="4085534" y="37394"/>
                    <a:pt x="4081724" y="29774"/>
                    <a:pt x="4075374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518233">
            <a:off x="15345332" y="6306375"/>
            <a:ext cx="1326569" cy="1379230"/>
          </a:xfrm>
          <a:custGeom>
            <a:avLst/>
            <a:gdLst/>
            <a:ahLst/>
            <a:cxnLst/>
            <a:rect r="r" b="b" t="t" l="l"/>
            <a:pathLst>
              <a:path h="1379230" w="1326569">
                <a:moveTo>
                  <a:pt x="0" y="0"/>
                </a:moveTo>
                <a:lnTo>
                  <a:pt x="1326569" y="0"/>
                </a:lnTo>
                <a:lnTo>
                  <a:pt x="1326569" y="1379230"/>
                </a:lnTo>
                <a:lnTo>
                  <a:pt x="0" y="137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18985" y="1679953"/>
            <a:ext cx="2390464" cy="1512512"/>
          </a:xfrm>
          <a:custGeom>
            <a:avLst/>
            <a:gdLst/>
            <a:ahLst/>
            <a:cxnLst/>
            <a:rect r="r" b="b" t="t" l="l"/>
            <a:pathLst>
              <a:path h="1512512" w="2390464">
                <a:moveTo>
                  <a:pt x="0" y="0"/>
                </a:moveTo>
                <a:lnTo>
                  <a:pt x="2390465" y="0"/>
                </a:lnTo>
                <a:lnTo>
                  <a:pt x="2390465" y="1512512"/>
                </a:lnTo>
                <a:lnTo>
                  <a:pt x="0" y="1512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243946" y="2683104"/>
            <a:ext cx="5373029" cy="3143222"/>
          </a:xfrm>
          <a:custGeom>
            <a:avLst/>
            <a:gdLst/>
            <a:ahLst/>
            <a:cxnLst/>
            <a:rect r="r" b="b" t="t" l="l"/>
            <a:pathLst>
              <a:path h="3143222" w="5373029">
                <a:moveTo>
                  <a:pt x="5373028" y="0"/>
                </a:moveTo>
                <a:lnTo>
                  <a:pt x="0" y="0"/>
                </a:lnTo>
                <a:lnTo>
                  <a:pt x="0" y="3143222"/>
                </a:lnTo>
                <a:lnTo>
                  <a:pt x="5373028" y="3143222"/>
                </a:lnTo>
                <a:lnTo>
                  <a:pt x="53730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5805">
            <a:off x="11737539" y="3245764"/>
            <a:ext cx="1254768" cy="2017902"/>
          </a:xfrm>
          <a:custGeom>
            <a:avLst/>
            <a:gdLst/>
            <a:ahLst/>
            <a:cxnLst/>
            <a:rect r="r" b="b" t="t" l="l"/>
            <a:pathLst>
              <a:path h="2017902" w="1254768">
                <a:moveTo>
                  <a:pt x="0" y="0"/>
                </a:moveTo>
                <a:lnTo>
                  <a:pt x="1254768" y="0"/>
                </a:lnTo>
                <a:lnTo>
                  <a:pt x="1254768" y="2017902"/>
                </a:lnTo>
                <a:lnTo>
                  <a:pt x="0" y="2017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31323" y="8303821"/>
            <a:ext cx="3077688" cy="542443"/>
          </a:xfrm>
          <a:custGeom>
            <a:avLst/>
            <a:gdLst/>
            <a:ahLst/>
            <a:cxnLst/>
            <a:rect r="r" b="b" t="t" l="l"/>
            <a:pathLst>
              <a:path h="542443" w="3077688">
                <a:moveTo>
                  <a:pt x="0" y="0"/>
                </a:moveTo>
                <a:lnTo>
                  <a:pt x="3077688" y="0"/>
                </a:lnTo>
                <a:lnTo>
                  <a:pt x="3077688" y="542442"/>
                </a:lnTo>
                <a:lnTo>
                  <a:pt x="0" y="542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174856">
            <a:off x="12191951" y="6198929"/>
            <a:ext cx="786278" cy="756256"/>
          </a:xfrm>
          <a:custGeom>
            <a:avLst/>
            <a:gdLst/>
            <a:ahLst/>
            <a:cxnLst/>
            <a:rect r="r" b="b" t="t" l="l"/>
            <a:pathLst>
              <a:path h="756256" w="786278">
                <a:moveTo>
                  <a:pt x="0" y="0"/>
                </a:moveTo>
                <a:lnTo>
                  <a:pt x="786277" y="0"/>
                </a:lnTo>
                <a:lnTo>
                  <a:pt x="786277" y="756256"/>
                </a:lnTo>
                <a:lnTo>
                  <a:pt x="0" y="756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85090" y="3612270"/>
            <a:ext cx="2853295" cy="4290669"/>
          </a:xfrm>
          <a:custGeom>
            <a:avLst/>
            <a:gdLst/>
            <a:ahLst/>
            <a:cxnLst/>
            <a:rect r="r" b="b" t="t" l="l"/>
            <a:pathLst>
              <a:path h="4290669" w="2853295">
                <a:moveTo>
                  <a:pt x="0" y="0"/>
                </a:moveTo>
                <a:lnTo>
                  <a:pt x="2853295" y="0"/>
                </a:lnTo>
                <a:lnTo>
                  <a:pt x="2853295" y="4290670"/>
                </a:lnTo>
                <a:lnTo>
                  <a:pt x="0" y="4290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7545" y="2186846"/>
            <a:ext cx="7902322" cy="147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4"/>
              </a:lnSpc>
            </a:pPr>
            <a:r>
              <a:rPr lang="en-US" sz="1194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LET’S TRY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57545" y="3714961"/>
            <a:ext cx="7399956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Find a pair and recall the 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previous question.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From 0 degrees Celsius, the temperature increased by 5 degrees in the morning. In the evening, it decreased by 10 degrees. How can we represent these values using integers?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5A1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46879F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4545" y="528486"/>
            <a:ext cx="17258910" cy="9279568"/>
            <a:chOff x="0" y="0"/>
            <a:chExt cx="4081650" cy="2194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1974" cy="2192598"/>
            </a:xfrm>
            <a:custGeom>
              <a:avLst/>
              <a:gdLst/>
              <a:ahLst/>
              <a:cxnLst/>
              <a:rect r="r" b="b" t="t" l="l"/>
              <a:pathLst>
                <a:path h="2192598" w="4081974">
                  <a:moveTo>
                    <a:pt x="4071490" y="27234"/>
                  </a:moveTo>
                  <a:cubicBezTo>
                    <a:pt x="4062600" y="23424"/>
                    <a:pt x="4053710" y="20884"/>
                    <a:pt x="4044820" y="20884"/>
                  </a:cubicBezTo>
                  <a:cubicBezTo>
                    <a:pt x="4018150" y="19614"/>
                    <a:pt x="3957850" y="19614"/>
                    <a:pt x="3891004" y="17074"/>
                  </a:cubicBezTo>
                  <a:cubicBezTo>
                    <a:pt x="3738211" y="11994"/>
                    <a:pt x="3588603" y="5644"/>
                    <a:pt x="3435810" y="3104"/>
                  </a:cubicBezTo>
                  <a:cubicBezTo>
                    <a:pt x="3311666" y="564"/>
                    <a:pt x="3190706" y="3104"/>
                    <a:pt x="3066563" y="1834"/>
                  </a:cubicBezTo>
                  <a:cubicBezTo>
                    <a:pt x="3012449" y="1834"/>
                    <a:pt x="2958335" y="-706"/>
                    <a:pt x="2904221" y="1834"/>
                  </a:cubicBezTo>
                  <a:cubicBezTo>
                    <a:pt x="2773711" y="9454"/>
                    <a:pt x="2643201" y="10724"/>
                    <a:pt x="2509508" y="8184"/>
                  </a:cubicBezTo>
                  <a:cubicBezTo>
                    <a:pt x="2442661" y="6914"/>
                    <a:pt x="2375815" y="6914"/>
                    <a:pt x="2308968" y="6914"/>
                  </a:cubicBezTo>
                  <a:cubicBezTo>
                    <a:pt x="2188008" y="6914"/>
                    <a:pt x="2067047" y="6914"/>
                    <a:pt x="1946087" y="5644"/>
                  </a:cubicBezTo>
                  <a:cubicBezTo>
                    <a:pt x="1818760" y="4374"/>
                    <a:pt x="564592" y="1834"/>
                    <a:pt x="440448" y="564"/>
                  </a:cubicBezTo>
                  <a:cubicBezTo>
                    <a:pt x="338587" y="-706"/>
                    <a:pt x="239908" y="564"/>
                    <a:pt x="138047" y="564"/>
                  </a:cubicBezTo>
                  <a:cubicBezTo>
                    <a:pt x="6801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33447"/>
                    <a:pt x="16510" y="228080"/>
                    <a:pt x="17780" y="321053"/>
                  </a:cubicBezTo>
                  <a:cubicBezTo>
                    <a:pt x="19050" y="415685"/>
                    <a:pt x="17780" y="510318"/>
                    <a:pt x="16510" y="606611"/>
                  </a:cubicBezTo>
                  <a:cubicBezTo>
                    <a:pt x="15240" y="704565"/>
                    <a:pt x="2540" y="1732244"/>
                    <a:pt x="2540" y="1830197"/>
                  </a:cubicBezTo>
                  <a:cubicBezTo>
                    <a:pt x="2540" y="1926490"/>
                    <a:pt x="1270" y="2022783"/>
                    <a:pt x="0" y="2119076"/>
                  </a:cubicBezTo>
                  <a:cubicBezTo>
                    <a:pt x="0" y="2137988"/>
                    <a:pt x="3810" y="2148148"/>
                    <a:pt x="15240" y="2153228"/>
                  </a:cubicBezTo>
                  <a:cubicBezTo>
                    <a:pt x="22860" y="2157038"/>
                    <a:pt x="31750" y="2159578"/>
                    <a:pt x="40640" y="2160848"/>
                  </a:cubicBezTo>
                  <a:cubicBezTo>
                    <a:pt x="134864" y="2165928"/>
                    <a:pt x="255824" y="2169738"/>
                    <a:pt x="376784" y="2174818"/>
                  </a:cubicBezTo>
                  <a:cubicBezTo>
                    <a:pt x="443631" y="2177358"/>
                    <a:pt x="510478" y="2182438"/>
                    <a:pt x="577324" y="2183708"/>
                  </a:cubicBezTo>
                  <a:cubicBezTo>
                    <a:pt x="688735" y="2186248"/>
                    <a:pt x="1930171" y="2187518"/>
                    <a:pt x="2041582" y="2188788"/>
                  </a:cubicBezTo>
                  <a:cubicBezTo>
                    <a:pt x="2057498" y="2188788"/>
                    <a:pt x="2073414" y="2188788"/>
                    <a:pt x="2089330" y="2188788"/>
                  </a:cubicBezTo>
                  <a:cubicBezTo>
                    <a:pt x="2165726" y="2188788"/>
                    <a:pt x="2245305" y="2187518"/>
                    <a:pt x="2321701" y="2187518"/>
                  </a:cubicBezTo>
                  <a:cubicBezTo>
                    <a:pt x="2410830" y="2187518"/>
                    <a:pt x="2496775" y="2188788"/>
                    <a:pt x="2585904" y="2188788"/>
                  </a:cubicBezTo>
                  <a:cubicBezTo>
                    <a:pt x="2716414" y="2188788"/>
                    <a:pt x="2850107" y="2188788"/>
                    <a:pt x="2980617" y="2188788"/>
                  </a:cubicBezTo>
                  <a:cubicBezTo>
                    <a:pt x="3101577" y="2188788"/>
                    <a:pt x="3222538" y="2190058"/>
                    <a:pt x="3343498" y="2191328"/>
                  </a:cubicBezTo>
                  <a:cubicBezTo>
                    <a:pt x="3397612" y="2191328"/>
                    <a:pt x="3454909" y="2192598"/>
                    <a:pt x="3509023" y="2192598"/>
                  </a:cubicBezTo>
                  <a:cubicBezTo>
                    <a:pt x="3684097" y="2191328"/>
                    <a:pt x="3855989" y="2184978"/>
                    <a:pt x="4021960" y="2184978"/>
                  </a:cubicBezTo>
                  <a:cubicBezTo>
                    <a:pt x="4025770" y="2184978"/>
                    <a:pt x="4030850" y="2182438"/>
                    <a:pt x="4034660" y="2179898"/>
                  </a:cubicBezTo>
                  <a:cubicBezTo>
                    <a:pt x="4039740" y="2176088"/>
                    <a:pt x="4042280" y="2169738"/>
                    <a:pt x="4044820" y="2167198"/>
                  </a:cubicBezTo>
                  <a:cubicBezTo>
                    <a:pt x="4046090" y="2107454"/>
                    <a:pt x="4047360" y="2037725"/>
                    <a:pt x="4048630" y="1967996"/>
                  </a:cubicBezTo>
                  <a:cubicBezTo>
                    <a:pt x="4049900" y="1860081"/>
                    <a:pt x="4060060" y="824101"/>
                    <a:pt x="4061330" y="716186"/>
                  </a:cubicBezTo>
                  <a:cubicBezTo>
                    <a:pt x="4061330" y="651437"/>
                    <a:pt x="4062600" y="586689"/>
                    <a:pt x="4063870" y="521940"/>
                  </a:cubicBezTo>
                  <a:cubicBezTo>
                    <a:pt x="4065140" y="452210"/>
                    <a:pt x="4066410" y="382481"/>
                    <a:pt x="4068950" y="312751"/>
                  </a:cubicBezTo>
                  <a:cubicBezTo>
                    <a:pt x="4070220" y="271246"/>
                    <a:pt x="4070220" y="228080"/>
                    <a:pt x="4075300" y="186574"/>
                  </a:cubicBezTo>
                  <a:cubicBezTo>
                    <a:pt x="4080380" y="136768"/>
                    <a:pt x="4082920" y="88621"/>
                    <a:pt x="4081650" y="43744"/>
                  </a:cubicBezTo>
                  <a:cubicBezTo>
                    <a:pt x="4081650" y="37394"/>
                    <a:pt x="4077840" y="29774"/>
                    <a:pt x="4071490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528368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Increase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of temperature by 5 degrees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3502" y="1228449"/>
            <a:ext cx="9560995" cy="109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LET’S REPRESENT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534108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Decrease</a:t>
            </a: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 of temperature by 10 degrees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2310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9316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9414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8198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6517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-4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3849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3697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55387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6999" y="5279680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001243" y="4545050"/>
            <a:ext cx="10209313" cy="610806"/>
            <a:chOff x="0" y="0"/>
            <a:chExt cx="13612418" cy="814408"/>
          </a:xfrm>
        </p:grpSpPr>
        <p:sp>
          <p:nvSpPr>
            <p:cNvPr name="AutoShape 20" id="20"/>
            <p:cNvSpPr/>
            <p:nvPr/>
          </p:nvSpPr>
          <p:spPr>
            <a:xfrm>
              <a:off x="0" y="382423"/>
              <a:ext cx="13612418" cy="0"/>
            </a:xfrm>
            <a:prstGeom prst="line">
              <a:avLst/>
            </a:prstGeom>
            <a:ln cap="flat" w="76200">
              <a:solidFill>
                <a:srgbClr val="4D433B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107492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235090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H="true">
              <a:off x="3626889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>
              <a:off x="490287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H="true">
              <a:off x="617885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745483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8730810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1000679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 flipH="true">
              <a:off x="1128277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 flipH="true">
              <a:off x="12558751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261016" y="4350012"/>
            <a:ext cx="314494" cy="31449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762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12756" y="5826280"/>
            <a:ext cx="15766338" cy="629391"/>
            <a:chOff x="0" y="0"/>
            <a:chExt cx="21021783" cy="839188"/>
          </a:xfrm>
        </p:grpSpPr>
        <p:sp>
          <p:nvSpPr>
            <p:cNvPr name="AutoShape 35" id="35"/>
            <p:cNvSpPr/>
            <p:nvPr/>
          </p:nvSpPr>
          <p:spPr>
            <a:xfrm flipV="true">
              <a:off x="0" y="407204"/>
              <a:ext cx="21021783" cy="0"/>
            </a:xfrm>
            <a:prstGeom prst="line">
              <a:avLst/>
            </a:prstGeom>
            <a:ln cap="flat" w="76200">
              <a:solidFill>
                <a:srgbClr val="4D433B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AutoShape 36" id="36"/>
            <p:cNvSpPr/>
            <p:nvPr/>
          </p:nvSpPr>
          <p:spPr>
            <a:xfrm flipH="true">
              <a:off x="8484295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9760275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>
              <a:off x="11036255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>
              <a:off x="12312235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H="true">
              <a:off x="13588216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H="true">
              <a:off x="14864196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H="true">
              <a:off x="16140176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H="true">
              <a:off x="17416157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H="true">
              <a:off x="18692137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>
              <a:off x="19968117" y="2480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955035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2231016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3506996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>
              <a:off x="4782976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H="true">
              <a:off x="6058956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7334937" y="26"/>
              <a:ext cx="819" cy="814357"/>
            </a:xfrm>
            <a:prstGeom prst="line">
              <a:avLst/>
            </a:prstGeom>
            <a:ln cap="flat" w="50800">
              <a:solidFill>
                <a:srgbClr val="4D433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874276" y="6244701"/>
            <a:ext cx="314494" cy="314494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762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272921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83018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-6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21803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-7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518190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-9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469880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-8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04599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-10 </a:t>
            </a:r>
          </a:p>
        </p:txBody>
      </p:sp>
      <p:sp>
        <p:nvSpPr>
          <p:cNvPr name="Freeform 61" id="61"/>
          <p:cNvSpPr/>
          <p:nvPr/>
        </p:nvSpPr>
        <p:spPr>
          <a:xfrm>
            <a:off x="3021779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788228" y="730202"/>
                  <a:pt x="951690" y="566740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2" id="62"/>
          <p:cNvSpPr/>
          <p:nvPr/>
        </p:nvSpPr>
        <p:spPr>
          <a:xfrm>
            <a:off x="2069622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461931"/>
                  <a:pt x="38466" y="554796"/>
                  <a:pt x="106936" y="623266"/>
                </a:cubicBezTo>
                <a:cubicBezTo>
                  <a:pt x="175406" y="691736"/>
                  <a:pt x="268271" y="730202"/>
                  <a:pt x="365101" y="730202"/>
                </a:cubicBezTo>
                <a:lnTo>
                  <a:pt x="586590" y="730202"/>
                </a:lnTo>
                <a:cubicBezTo>
                  <a:pt x="683420" y="730202"/>
                  <a:pt x="776285" y="691736"/>
                  <a:pt x="844755" y="623266"/>
                </a:cubicBezTo>
                <a:cubicBezTo>
                  <a:pt x="913225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63" id="63"/>
          <p:cNvSpPr/>
          <p:nvPr/>
        </p:nvSpPr>
        <p:spPr>
          <a:xfrm>
            <a:off x="5859440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788229" y="730202"/>
                  <a:pt x="951690" y="566740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4" id="64"/>
          <p:cNvSpPr/>
          <p:nvPr/>
        </p:nvSpPr>
        <p:spPr>
          <a:xfrm>
            <a:off x="4916698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461931"/>
                  <a:pt x="38466" y="554796"/>
                  <a:pt x="106936" y="623266"/>
                </a:cubicBezTo>
                <a:cubicBezTo>
                  <a:pt x="175405" y="691736"/>
                  <a:pt x="268270" y="730202"/>
                  <a:pt x="365101" y="730202"/>
                </a:cubicBezTo>
                <a:lnTo>
                  <a:pt x="586589" y="730202"/>
                </a:lnTo>
                <a:cubicBezTo>
                  <a:pt x="683420" y="730202"/>
                  <a:pt x="776285" y="691736"/>
                  <a:pt x="844754" y="623266"/>
                </a:cubicBezTo>
                <a:cubicBezTo>
                  <a:pt x="913224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5" id="65"/>
          <p:cNvSpPr/>
          <p:nvPr/>
        </p:nvSpPr>
        <p:spPr>
          <a:xfrm>
            <a:off x="3964775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683420" y="730202"/>
                  <a:pt x="776285" y="691736"/>
                  <a:pt x="844754" y="623266"/>
                </a:cubicBezTo>
                <a:cubicBezTo>
                  <a:pt x="913224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6" id="66"/>
          <p:cNvSpPr/>
          <p:nvPr/>
        </p:nvSpPr>
        <p:spPr>
          <a:xfrm>
            <a:off x="6811130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788229" y="730202"/>
                  <a:pt x="951690" y="566740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7" id="67"/>
          <p:cNvSpPr/>
          <p:nvPr/>
        </p:nvSpPr>
        <p:spPr>
          <a:xfrm>
            <a:off x="7755628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683420" y="730202"/>
                  <a:pt x="776285" y="691736"/>
                  <a:pt x="844755" y="623266"/>
                </a:cubicBezTo>
                <a:cubicBezTo>
                  <a:pt x="913224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8" id="68"/>
          <p:cNvSpPr/>
          <p:nvPr/>
        </p:nvSpPr>
        <p:spPr>
          <a:xfrm>
            <a:off x="8687205" y="7213880"/>
            <a:ext cx="951691" cy="730202"/>
          </a:xfrm>
          <a:custGeom>
            <a:avLst/>
            <a:gdLst/>
            <a:ahLst/>
            <a:cxnLst/>
            <a:rect r="r" b="b" t="t" l="l"/>
            <a:pathLst>
              <a:path h="730202" w="951691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683420" y="730202"/>
                  <a:pt x="776285" y="691736"/>
                  <a:pt x="844755" y="623266"/>
                </a:cubicBezTo>
                <a:cubicBezTo>
                  <a:pt x="913225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9" id="69"/>
          <p:cNvSpPr/>
          <p:nvPr/>
        </p:nvSpPr>
        <p:spPr>
          <a:xfrm>
            <a:off x="9638895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461931"/>
                  <a:pt x="38466" y="554796"/>
                  <a:pt x="106936" y="623266"/>
                </a:cubicBezTo>
                <a:cubicBezTo>
                  <a:pt x="175406" y="691736"/>
                  <a:pt x="268271" y="730202"/>
                  <a:pt x="365101" y="730202"/>
                </a:cubicBezTo>
                <a:lnTo>
                  <a:pt x="586589" y="730202"/>
                </a:lnTo>
                <a:cubicBezTo>
                  <a:pt x="683420" y="730202"/>
                  <a:pt x="776285" y="691736"/>
                  <a:pt x="844755" y="623266"/>
                </a:cubicBezTo>
                <a:cubicBezTo>
                  <a:pt x="913224" y="554796"/>
                  <a:pt x="951690" y="461931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0" id="70"/>
          <p:cNvSpPr/>
          <p:nvPr/>
        </p:nvSpPr>
        <p:spPr>
          <a:xfrm>
            <a:off x="10604084" y="7213880"/>
            <a:ext cx="951690" cy="730202"/>
          </a:xfrm>
          <a:custGeom>
            <a:avLst/>
            <a:gdLst/>
            <a:ahLst/>
            <a:cxnLst/>
            <a:rect r="r" b="b" t="t" l="l"/>
            <a:pathLst>
              <a:path h="730202" w="951690">
                <a:moveTo>
                  <a:pt x="0" y="0"/>
                </a:moveTo>
                <a:lnTo>
                  <a:pt x="0" y="365101"/>
                </a:lnTo>
                <a:cubicBezTo>
                  <a:pt x="0" y="566740"/>
                  <a:pt x="163461" y="730202"/>
                  <a:pt x="365101" y="730202"/>
                </a:cubicBezTo>
                <a:lnTo>
                  <a:pt x="586589" y="730202"/>
                </a:lnTo>
                <a:cubicBezTo>
                  <a:pt x="788228" y="730202"/>
                  <a:pt x="951690" y="566740"/>
                  <a:pt x="951690" y="365101"/>
                </a:cubicBezTo>
                <a:lnTo>
                  <a:pt x="951690" y="0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1" id="71"/>
          <p:cNvSpPr/>
          <p:nvPr/>
        </p:nvSpPr>
        <p:spPr>
          <a:xfrm>
            <a:off x="11498592" y="3502134"/>
            <a:ext cx="951691" cy="719456"/>
          </a:xfrm>
          <a:custGeom>
            <a:avLst/>
            <a:gdLst/>
            <a:ahLst/>
            <a:cxnLst/>
            <a:rect r="r" b="b" t="t" l="l"/>
            <a:pathLst>
              <a:path h="719456" w="951691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3"/>
                  <a:pt x="105362" y="105361"/>
                </a:cubicBezTo>
                <a:cubicBezTo>
                  <a:pt x="172824" y="37900"/>
                  <a:pt x="264323" y="0"/>
                  <a:pt x="359728" y="0"/>
                </a:cubicBezTo>
                <a:lnTo>
                  <a:pt x="591962" y="0"/>
                </a:lnTo>
                <a:cubicBezTo>
                  <a:pt x="687368" y="0"/>
                  <a:pt x="778866" y="37900"/>
                  <a:pt x="846329" y="105361"/>
                </a:cubicBezTo>
                <a:cubicBezTo>
                  <a:pt x="913791" y="172823"/>
                  <a:pt x="951691" y="264322"/>
                  <a:pt x="951691" y="359728"/>
                </a:cubicBezTo>
                <a:lnTo>
                  <a:pt x="951691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2" id="72"/>
          <p:cNvSpPr/>
          <p:nvPr/>
        </p:nvSpPr>
        <p:spPr>
          <a:xfrm>
            <a:off x="12447491" y="3502134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3"/>
                  <a:pt x="105361" y="105361"/>
                </a:cubicBezTo>
                <a:cubicBezTo>
                  <a:pt x="172824" y="37900"/>
                  <a:pt x="264322" y="0"/>
                  <a:pt x="359728" y="0"/>
                </a:cubicBezTo>
                <a:lnTo>
                  <a:pt x="591961" y="0"/>
                </a:lnTo>
                <a:cubicBezTo>
                  <a:pt x="687368" y="0"/>
                  <a:pt x="778866" y="37900"/>
                  <a:pt x="846327" y="105361"/>
                </a:cubicBezTo>
                <a:cubicBezTo>
                  <a:pt x="913790" y="172823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3" id="73"/>
          <p:cNvSpPr/>
          <p:nvPr/>
        </p:nvSpPr>
        <p:spPr>
          <a:xfrm>
            <a:off x="10527852" y="3502134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3"/>
                  <a:pt x="105362" y="105361"/>
                </a:cubicBezTo>
                <a:cubicBezTo>
                  <a:pt x="172824" y="37900"/>
                  <a:pt x="264323" y="0"/>
                  <a:pt x="359728" y="0"/>
                </a:cubicBezTo>
                <a:lnTo>
                  <a:pt x="591962" y="0"/>
                </a:lnTo>
                <a:cubicBezTo>
                  <a:pt x="687367" y="0"/>
                  <a:pt x="778866" y="37900"/>
                  <a:pt x="846328" y="105361"/>
                </a:cubicBezTo>
                <a:cubicBezTo>
                  <a:pt x="913790" y="172823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4" id="74"/>
          <p:cNvSpPr/>
          <p:nvPr/>
        </p:nvSpPr>
        <p:spPr>
          <a:xfrm>
            <a:off x="9581745" y="3502134"/>
            <a:ext cx="951690" cy="719456"/>
          </a:xfrm>
          <a:custGeom>
            <a:avLst/>
            <a:gdLst/>
            <a:ahLst/>
            <a:cxnLst/>
            <a:rect r="r" b="b" t="t" l="l"/>
            <a:pathLst>
              <a:path h="719456" w="951690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3"/>
                  <a:pt x="105362" y="105361"/>
                </a:cubicBezTo>
                <a:cubicBezTo>
                  <a:pt x="172825" y="37900"/>
                  <a:pt x="264323" y="0"/>
                  <a:pt x="359729" y="0"/>
                </a:cubicBezTo>
                <a:lnTo>
                  <a:pt x="591962" y="0"/>
                </a:lnTo>
                <a:cubicBezTo>
                  <a:pt x="687368" y="0"/>
                  <a:pt x="778866" y="37900"/>
                  <a:pt x="846329" y="105361"/>
                </a:cubicBezTo>
                <a:cubicBezTo>
                  <a:pt x="913790" y="172823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5" id="75"/>
          <p:cNvSpPr/>
          <p:nvPr/>
        </p:nvSpPr>
        <p:spPr>
          <a:xfrm>
            <a:off x="8630055" y="3502134"/>
            <a:ext cx="951691" cy="719456"/>
          </a:xfrm>
          <a:custGeom>
            <a:avLst/>
            <a:gdLst/>
            <a:ahLst/>
            <a:cxnLst/>
            <a:rect r="r" b="b" t="t" l="l"/>
            <a:pathLst>
              <a:path h="719456" w="951691">
                <a:moveTo>
                  <a:pt x="0" y="719456"/>
                </a:moveTo>
                <a:lnTo>
                  <a:pt x="0" y="359728"/>
                </a:lnTo>
                <a:cubicBezTo>
                  <a:pt x="0" y="264322"/>
                  <a:pt x="37900" y="172823"/>
                  <a:pt x="105361" y="105361"/>
                </a:cubicBezTo>
                <a:cubicBezTo>
                  <a:pt x="172824" y="37900"/>
                  <a:pt x="264322" y="0"/>
                  <a:pt x="359728" y="0"/>
                </a:cubicBezTo>
                <a:lnTo>
                  <a:pt x="591962" y="0"/>
                </a:lnTo>
                <a:cubicBezTo>
                  <a:pt x="687368" y="0"/>
                  <a:pt x="778866" y="37900"/>
                  <a:pt x="846329" y="105361"/>
                </a:cubicBezTo>
                <a:cubicBezTo>
                  <a:pt x="913790" y="172823"/>
                  <a:pt x="951690" y="264322"/>
                  <a:pt x="951690" y="359728"/>
                </a:cubicBezTo>
                <a:lnTo>
                  <a:pt x="951690" y="719456"/>
                </a:lnTo>
              </a:path>
            </a:pathLst>
          </a:custGeom>
          <a:ln cap="flat" w="76200">
            <a:solidFill>
              <a:srgbClr val="F076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6" id="76"/>
          <p:cNvSpPr txBox="true"/>
          <p:nvPr/>
        </p:nvSpPr>
        <p:spPr>
          <a:xfrm rot="0">
            <a:off x="11041797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032957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37951" y="6579496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-2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186261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-3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234136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-4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009746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961436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924498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870017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840757" y="6616345"/>
            <a:ext cx="913590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B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73389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17234"/>
            <a:ext cx="16230600" cy="8241066"/>
            <a:chOff x="0" y="0"/>
            <a:chExt cx="4085534" cy="2074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5858" cy="2072449"/>
            </a:xfrm>
            <a:custGeom>
              <a:avLst/>
              <a:gdLst/>
              <a:ahLst/>
              <a:cxnLst/>
              <a:rect r="r" b="b" t="t" l="l"/>
              <a:pathLst>
                <a:path h="2072449" w="4085858">
                  <a:moveTo>
                    <a:pt x="4075374" y="27234"/>
                  </a:moveTo>
                  <a:cubicBezTo>
                    <a:pt x="4066484" y="23424"/>
                    <a:pt x="4057594" y="20884"/>
                    <a:pt x="4048704" y="20884"/>
                  </a:cubicBezTo>
                  <a:cubicBezTo>
                    <a:pt x="4022034" y="19614"/>
                    <a:pt x="3961677" y="19614"/>
                    <a:pt x="3894765" y="17074"/>
                  </a:cubicBezTo>
                  <a:cubicBezTo>
                    <a:pt x="3741823" y="11994"/>
                    <a:pt x="3592067" y="5644"/>
                    <a:pt x="3439125" y="3104"/>
                  </a:cubicBezTo>
                  <a:cubicBezTo>
                    <a:pt x="3314859" y="564"/>
                    <a:pt x="3193780" y="3104"/>
                    <a:pt x="3069515" y="1834"/>
                  </a:cubicBezTo>
                  <a:cubicBezTo>
                    <a:pt x="3015348" y="1834"/>
                    <a:pt x="2961181" y="-706"/>
                    <a:pt x="2907014" y="1834"/>
                  </a:cubicBezTo>
                  <a:cubicBezTo>
                    <a:pt x="2776376" y="9454"/>
                    <a:pt x="2645738" y="10724"/>
                    <a:pt x="2511914" y="8184"/>
                  </a:cubicBezTo>
                  <a:cubicBezTo>
                    <a:pt x="2445001" y="6914"/>
                    <a:pt x="2378089" y="6914"/>
                    <a:pt x="2311177" y="6914"/>
                  </a:cubicBezTo>
                  <a:cubicBezTo>
                    <a:pt x="2190098" y="6914"/>
                    <a:pt x="2069019" y="6914"/>
                    <a:pt x="1947940" y="5644"/>
                  </a:cubicBezTo>
                  <a:cubicBezTo>
                    <a:pt x="1820488" y="4374"/>
                    <a:pt x="565088" y="1834"/>
                    <a:pt x="440823" y="564"/>
                  </a:cubicBezTo>
                  <a:cubicBezTo>
                    <a:pt x="338862" y="-706"/>
                    <a:pt x="240087" y="564"/>
                    <a:pt x="138125" y="564"/>
                  </a:cubicBezTo>
                  <a:cubicBezTo>
                    <a:pt x="6802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9474"/>
                    <a:pt x="16510" y="218598"/>
                    <a:pt x="17780" y="306159"/>
                  </a:cubicBezTo>
                  <a:cubicBezTo>
                    <a:pt x="19050" y="395284"/>
                    <a:pt x="17780" y="484408"/>
                    <a:pt x="16510" y="575096"/>
                  </a:cubicBezTo>
                  <a:cubicBezTo>
                    <a:pt x="15240" y="667347"/>
                    <a:pt x="2540" y="1635207"/>
                    <a:pt x="2540" y="1727458"/>
                  </a:cubicBezTo>
                  <a:cubicBezTo>
                    <a:pt x="2540" y="1818146"/>
                    <a:pt x="1270" y="1908834"/>
                    <a:pt x="0" y="1999522"/>
                  </a:cubicBezTo>
                  <a:cubicBezTo>
                    <a:pt x="0" y="2017839"/>
                    <a:pt x="3810" y="2027999"/>
                    <a:pt x="15240" y="2033079"/>
                  </a:cubicBezTo>
                  <a:cubicBezTo>
                    <a:pt x="22860" y="2036889"/>
                    <a:pt x="31750" y="2039429"/>
                    <a:pt x="40640" y="2040699"/>
                  </a:cubicBezTo>
                  <a:cubicBezTo>
                    <a:pt x="134939" y="2045779"/>
                    <a:pt x="256018" y="2049589"/>
                    <a:pt x="377097" y="2054669"/>
                  </a:cubicBezTo>
                  <a:cubicBezTo>
                    <a:pt x="444009" y="2057209"/>
                    <a:pt x="510921" y="2062289"/>
                    <a:pt x="577833" y="2063559"/>
                  </a:cubicBezTo>
                  <a:cubicBezTo>
                    <a:pt x="689354" y="2066099"/>
                    <a:pt x="1932008" y="2067369"/>
                    <a:pt x="2043528" y="2068639"/>
                  </a:cubicBezTo>
                  <a:cubicBezTo>
                    <a:pt x="2059460" y="2068639"/>
                    <a:pt x="2075391" y="2068639"/>
                    <a:pt x="2091323" y="2068639"/>
                  </a:cubicBezTo>
                  <a:cubicBezTo>
                    <a:pt x="2167794" y="2068639"/>
                    <a:pt x="2247451" y="2067369"/>
                    <a:pt x="2323922" y="2067369"/>
                  </a:cubicBezTo>
                  <a:cubicBezTo>
                    <a:pt x="2413138" y="2067369"/>
                    <a:pt x="2499168" y="2068639"/>
                    <a:pt x="2588384" y="2068639"/>
                  </a:cubicBezTo>
                  <a:cubicBezTo>
                    <a:pt x="2719022" y="2068639"/>
                    <a:pt x="2852847" y="2068639"/>
                    <a:pt x="2983485" y="2068639"/>
                  </a:cubicBezTo>
                  <a:cubicBezTo>
                    <a:pt x="3104564" y="2068639"/>
                    <a:pt x="3225643" y="2069909"/>
                    <a:pt x="3346722" y="2071179"/>
                  </a:cubicBezTo>
                  <a:cubicBezTo>
                    <a:pt x="3400889" y="2071179"/>
                    <a:pt x="3458242" y="2072449"/>
                    <a:pt x="3512409" y="2072449"/>
                  </a:cubicBezTo>
                  <a:cubicBezTo>
                    <a:pt x="3687656" y="2071179"/>
                    <a:pt x="3859716" y="2064829"/>
                    <a:pt x="4025844" y="2064829"/>
                  </a:cubicBezTo>
                  <a:cubicBezTo>
                    <a:pt x="4029654" y="2064829"/>
                    <a:pt x="4034734" y="2062289"/>
                    <a:pt x="4038544" y="2059749"/>
                  </a:cubicBezTo>
                  <a:cubicBezTo>
                    <a:pt x="4043624" y="2055939"/>
                    <a:pt x="4046164" y="2049589"/>
                    <a:pt x="4048704" y="2047049"/>
                  </a:cubicBezTo>
                  <a:cubicBezTo>
                    <a:pt x="4049974" y="1988577"/>
                    <a:pt x="4051244" y="1922906"/>
                    <a:pt x="4052514" y="1857236"/>
                  </a:cubicBezTo>
                  <a:cubicBezTo>
                    <a:pt x="4053784" y="1755602"/>
                    <a:pt x="4063944" y="779925"/>
                    <a:pt x="4065214" y="678292"/>
                  </a:cubicBezTo>
                  <a:cubicBezTo>
                    <a:pt x="4065214" y="617312"/>
                    <a:pt x="4066484" y="556333"/>
                    <a:pt x="4067754" y="495353"/>
                  </a:cubicBezTo>
                  <a:cubicBezTo>
                    <a:pt x="4069024" y="429682"/>
                    <a:pt x="4070294" y="364012"/>
                    <a:pt x="4072834" y="298341"/>
                  </a:cubicBezTo>
                  <a:cubicBezTo>
                    <a:pt x="4074104" y="259252"/>
                    <a:pt x="4074104" y="218598"/>
                    <a:pt x="4079184" y="179509"/>
                  </a:cubicBezTo>
                  <a:cubicBezTo>
                    <a:pt x="4084264" y="132601"/>
                    <a:pt x="4086804" y="87257"/>
                    <a:pt x="4085534" y="43744"/>
                  </a:cubicBezTo>
                  <a:cubicBezTo>
                    <a:pt x="4085534" y="37394"/>
                    <a:pt x="4081724" y="29774"/>
                    <a:pt x="4075374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518233">
            <a:off x="13959866" y="4279526"/>
            <a:ext cx="1644379" cy="1709656"/>
          </a:xfrm>
          <a:custGeom>
            <a:avLst/>
            <a:gdLst/>
            <a:ahLst/>
            <a:cxnLst/>
            <a:rect r="r" b="b" t="t" l="l"/>
            <a:pathLst>
              <a:path h="1709656" w="1644379">
                <a:moveTo>
                  <a:pt x="0" y="0"/>
                </a:moveTo>
                <a:lnTo>
                  <a:pt x="1644379" y="0"/>
                </a:lnTo>
                <a:lnTo>
                  <a:pt x="1644379" y="1709656"/>
                </a:lnTo>
                <a:lnTo>
                  <a:pt x="0" y="17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18233">
            <a:off x="1975855" y="4403168"/>
            <a:ext cx="1614705" cy="1678804"/>
          </a:xfrm>
          <a:custGeom>
            <a:avLst/>
            <a:gdLst/>
            <a:ahLst/>
            <a:cxnLst/>
            <a:rect r="r" b="b" t="t" l="l"/>
            <a:pathLst>
              <a:path h="1678804" w="1614705">
                <a:moveTo>
                  <a:pt x="0" y="0"/>
                </a:moveTo>
                <a:lnTo>
                  <a:pt x="1614705" y="0"/>
                </a:lnTo>
                <a:lnTo>
                  <a:pt x="1614705" y="1678805"/>
                </a:lnTo>
                <a:lnTo>
                  <a:pt x="0" y="1678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52206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Answer the following to check your understanding.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3502" y="1819403"/>
            <a:ext cx="9560995" cy="109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LET’S RECALL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825729">
            <a:off x="2958718" y="4716232"/>
            <a:ext cx="1386467" cy="1378905"/>
          </a:xfrm>
          <a:custGeom>
            <a:avLst/>
            <a:gdLst/>
            <a:ahLst/>
            <a:cxnLst/>
            <a:rect r="r" b="b" t="t" l="l"/>
            <a:pathLst>
              <a:path h="1378905" w="1386467">
                <a:moveTo>
                  <a:pt x="0" y="0"/>
                </a:moveTo>
                <a:lnTo>
                  <a:pt x="1386467" y="0"/>
                </a:lnTo>
                <a:lnTo>
                  <a:pt x="1386467" y="1378905"/>
                </a:lnTo>
                <a:lnTo>
                  <a:pt x="0" y="13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5729">
            <a:off x="8450766" y="4716232"/>
            <a:ext cx="1386467" cy="1378905"/>
          </a:xfrm>
          <a:custGeom>
            <a:avLst/>
            <a:gdLst/>
            <a:ahLst/>
            <a:cxnLst/>
            <a:rect r="r" b="b" t="t" l="l"/>
            <a:pathLst>
              <a:path h="1378905" w="1386467">
                <a:moveTo>
                  <a:pt x="0" y="0"/>
                </a:moveTo>
                <a:lnTo>
                  <a:pt x="1386468" y="0"/>
                </a:lnTo>
                <a:lnTo>
                  <a:pt x="1386468" y="1378905"/>
                </a:lnTo>
                <a:lnTo>
                  <a:pt x="0" y="13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825729">
            <a:off x="13414625" y="4716232"/>
            <a:ext cx="1386467" cy="1378905"/>
          </a:xfrm>
          <a:custGeom>
            <a:avLst/>
            <a:gdLst/>
            <a:ahLst/>
            <a:cxnLst/>
            <a:rect r="r" b="b" t="t" l="l"/>
            <a:pathLst>
              <a:path h="1378905" w="1386467">
                <a:moveTo>
                  <a:pt x="0" y="0"/>
                </a:moveTo>
                <a:lnTo>
                  <a:pt x="1386467" y="0"/>
                </a:lnTo>
                <a:lnTo>
                  <a:pt x="1386467" y="1378905"/>
                </a:lnTo>
                <a:lnTo>
                  <a:pt x="0" y="13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68591" y="5119184"/>
            <a:ext cx="13667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0640" y="5119184"/>
            <a:ext cx="13667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24498" y="5119184"/>
            <a:ext cx="13667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9491" y="6885260"/>
            <a:ext cx="463731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an integer?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78913" y="6885260"/>
            <a:ext cx="467595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do you plot integers?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06976" y="6656660"/>
            <a:ext cx="4346183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one application of integers in real-life?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1174856">
            <a:off x="14303895" y="2088750"/>
            <a:ext cx="974648" cy="937434"/>
          </a:xfrm>
          <a:custGeom>
            <a:avLst/>
            <a:gdLst/>
            <a:ahLst/>
            <a:cxnLst/>
            <a:rect r="r" b="b" t="t" l="l"/>
            <a:pathLst>
              <a:path h="937434" w="974648">
                <a:moveTo>
                  <a:pt x="0" y="0"/>
                </a:moveTo>
                <a:lnTo>
                  <a:pt x="974648" y="0"/>
                </a:lnTo>
                <a:lnTo>
                  <a:pt x="974648" y="937434"/>
                </a:lnTo>
                <a:lnTo>
                  <a:pt x="0" y="93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174856">
            <a:off x="5236461" y="5378785"/>
            <a:ext cx="974648" cy="937434"/>
          </a:xfrm>
          <a:custGeom>
            <a:avLst/>
            <a:gdLst/>
            <a:ahLst/>
            <a:cxnLst/>
            <a:rect r="r" b="b" t="t" l="l"/>
            <a:pathLst>
              <a:path h="937434" w="974648">
                <a:moveTo>
                  <a:pt x="0" y="0"/>
                </a:moveTo>
                <a:lnTo>
                  <a:pt x="974648" y="0"/>
                </a:lnTo>
                <a:lnTo>
                  <a:pt x="974648" y="937434"/>
                </a:lnTo>
                <a:lnTo>
                  <a:pt x="0" y="93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B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FDE17B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17234"/>
            <a:ext cx="16230600" cy="8241066"/>
            <a:chOff x="0" y="0"/>
            <a:chExt cx="4085534" cy="2074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5858" cy="2072449"/>
            </a:xfrm>
            <a:custGeom>
              <a:avLst/>
              <a:gdLst/>
              <a:ahLst/>
              <a:cxnLst/>
              <a:rect r="r" b="b" t="t" l="l"/>
              <a:pathLst>
                <a:path h="2072449" w="4085858">
                  <a:moveTo>
                    <a:pt x="4075374" y="27234"/>
                  </a:moveTo>
                  <a:cubicBezTo>
                    <a:pt x="4066484" y="23424"/>
                    <a:pt x="4057594" y="20884"/>
                    <a:pt x="4048704" y="20884"/>
                  </a:cubicBezTo>
                  <a:cubicBezTo>
                    <a:pt x="4022034" y="19614"/>
                    <a:pt x="3961677" y="19614"/>
                    <a:pt x="3894765" y="17074"/>
                  </a:cubicBezTo>
                  <a:cubicBezTo>
                    <a:pt x="3741823" y="11994"/>
                    <a:pt x="3592067" y="5644"/>
                    <a:pt x="3439125" y="3104"/>
                  </a:cubicBezTo>
                  <a:cubicBezTo>
                    <a:pt x="3314859" y="564"/>
                    <a:pt x="3193780" y="3104"/>
                    <a:pt x="3069515" y="1834"/>
                  </a:cubicBezTo>
                  <a:cubicBezTo>
                    <a:pt x="3015348" y="1834"/>
                    <a:pt x="2961181" y="-706"/>
                    <a:pt x="2907014" y="1834"/>
                  </a:cubicBezTo>
                  <a:cubicBezTo>
                    <a:pt x="2776376" y="9454"/>
                    <a:pt x="2645738" y="10724"/>
                    <a:pt x="2511914" y="8184"/>
                  </a:cubicBezTo>
                  <a:cubicBezTo>
                    <a:pt x="2445001" y="6914"/>
                    <a:pt x="2378089" y="6914"/>
                    <a:pt x="2311177" y="6914"/>
                  </a:cubicBezTo>
                  <a:cubicBezTo>
                    <a:pt x="2190098" y="6914"/>
                    <a:pt x="2069019" y="6914"/>
                    <a:pt x="1947940" y="5644"/>
                  </a:cubicBezTo>
                  <a:cubicBezTo>
                    <a:pt x="1820488" y="4374"/>
                    <a:pt x="565088" y="1834"/>
                    <a:pt x="440823" y="564"/>
                  </a:cubicBezTo>
                  <a:cubicBezTo>
                    <a:pt x="338862" y="-706"/>
                    <a:pt x="240087" y="564"/>
                    <a:pt x="138125" y="564"/>
                  </a:cubicBezTo>
                  <a:cubicBezTo>
                    <a:pt x="6802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9474"/>
                    <a:pt x="16510" y="218598"/>
                    <a:pt x="17780" y="306159"/>
                  </a:cubicBezTo>
                  <a:cubicBezTo>
                    <a:pt x="19050" y="395284"/>
                    <a:pt x="17780" y="484408"/>
                    <a:pt x="16510" y="575096"/>
                  </a:cubicBezTo>
                  <a:cubicBezTo>
                    <a:pt x="15240" y="667347"/>
                    <a:pt x="2540" y="1635207"/>
                    <a:pt x="2540" y="1727458"/>
                  </a:cubicBezTo>
                  <a:cubicBezTo>
                    <a:pt x="2540" y="1818146"/>
                    <a:pt x="1270" y="1908834"/>
                    <a:pt x="0" y="1999522"/>
                  </a:cubicBezTo>
                  <a:cubicBezTo>
                    <a:pt x="0" y="2017839"/>
                    <a:pt x="3810" y="2027999"/>
                    <a:pt x="15240" y="2033079"/>
                  </a:cubicBezTo>
                  <a:cubicBezTo>
                    <a:pt x="22860" y="2036889"/>
                    <a:pt x="31750" y="2039429"/>
                    <a:pt x="40640" y="2040699"/>
                  </a:cubicBezTo>
                  <a:cubicBezTo>
                    <a:pt x="134939" y="2045779"/>
                    <a:pt x="256018" y="2049589"/>
                    <a:pt x="377097" y="2054669"/>
                  </a:cubicBezTo>
                  <a:cubicBezTo>
                    <a:pt x="444009" y="2057209"/>
                    <a:pt x="510921" y="2062289"/>
                    <a:pt x="577833" y="2063559"/>
                  </a:cubicBezTo>
                  <a:cubicBezTo>
                    <a:pt x="689354" y="2066099"/>
                    <a:pt x="1932008" y="2067369"/>
                    <a:pt x="2043528" y="2068639"/>
                  </a:cubicBezTo>
                  <a:cubicBezTo>
                    <a:pt x="2059460" y="2068639"/>
                    <a:pt x="2075391" y="2068639"/>
                    <a:pt x="2091323" y="2068639"/>
                  </a:cubicBezTo>
                  <a:cubicBezTo>
                    <a:pt x="2167794" y="2068639"/>
                    <a:pt x="2247451" y="2067369"/>
                    <a:pt x="2323922" y="2067369"/>
                  </a:cubicBezTo>
                  <a:cubicBezTo>
                    <a:pt x="2413138" y="2067369"/>
                    <a:pt x="2499168" y="2068639"/>
                    <a:pt x="2588384" y="2068639"/>
                  </a:cubicBezTo>
                  <a:cubicBezTo>
                    <a:pt x="2719022" y="2068639"/>
                    <a:pt x="2852847" y="2068639"/>
                    <a:pt x="2983485" y="2068639"/>
                  </a:cubicBezTo>
                  <a:cubicBezTo>
                    <a:pt x="3104564" y="2068639"/>
                    <a:pt x="3225643" y="2069909"/>
                    <a:pt x="3346722" y="2071179"/>
                  </a:cubicBezTo>
                  <a:cubicBezTo>
                    <a:pt x="3400889" y="2071179"/>
                    <a:pt x="3458242" y="2072449"/>
                    <a:pt x="3512409" y="2072449"/>
                  </a:cubicBezTo>
                  <a:cubicBezTo>
                    <a:pt x="3687656" y="2071179"/>
                    <a:pt x="3859716" y="2064829"/>
                    <a:pt x="4025844" y="2064829"/>
                  </a:cubicBezTo>
                  <a:cubicBezTo>
                    <a:pt x="4029654" y="2064829"/>
                    <a:pt x="4034734" y="2062289"/>
                    <a:pt x="4038544" y="2059749"/>
                  </a:cubicBezTo>
                  <a:cubicBezTo>
                    <a:pt x="4043624" y="2055939"/>
                    <a:pt x="4046164" y="2049589"/>
                    <a:pt x="4048704" y="2047049"/>
                  </a:cubicBezTo>
                  <a:cubicBezTo>
                    <a:pt x="4049974" y="1988577"/>
                    <a:pt x="4051244" y="1922906"/>
                    <a:pt x="4052514" y="1857236"/>
                  </a:cubicBezTo>
                  <a:cubicBezTo>
                    <a:pt x="4053784" y="1755602"/>
                    <a:pt x="4063944" y="779925"/>
                    <a:pt x="4065214" y="678292"/>
                  </a:cubicBezTo>
                  <a:cubicBezTo>
                    <a:pt x="4065214" y="617312"/>
                    <a:pt x="4066484" y="556333"/>
                    <a:pt x="4067754" y="495353"/>
                  </a:cubicBezTo>
                  <a:cubicBezTo>
                    <a:pt x="4069024" y="429682"/>
                    <a:pt x="4070294" y="364012"/>
                    <a:pt x="4072834" y="298341"/>
                  </a:cubicBezTo>
                  <a:cubicBezTo>
                    <a:pt x="4074104" y="259252"/>
                    <a:pt x="4074104" y="218598"/>
                    <a:pt x="4079184" y="179509"/>
                  </a:cubicBezTo>
                  <a:cubicBezTo>
                    <a:pt x="4084264" y="132601"/>
                    <a:pt x="4086804" y="87257"/>
                    <a:pt x="4085534" y="43744"/>
                  </a:cubicBezTo>
                  <a:cubicBezTo>
                    <a:pt x="4085534" y="37394"/>
                    <a:pt x="4081724" y="29774"/>
                    <a:pt x="4075374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518233">
            <a:off x="14260678" y="3826118"/>
            <a:ext cx="1326569" cy="1379230"/>
          </a:xfrm>
          <a:custGeom>
            <a:avLst/>
            <a:gdLst/>
            <a:ahLst/>
            <a:cxnLst/>
            <a:rect r="r" b="b" t="t" l="l"/>
            <a:pathLst>
              <a:path h="1379230" w="1326569">
                <a:moveTo>
                  <a:pt x="0" y="0"/>
                </a:moveTo>
                <a:lnTo>
                  <a:pt x="1326569" y="0"/>
                </a:lnTo>
                <a:lnTo>
                  <a:pt x="1326569" y="1379230"/>
                </a:lnTo>
                <a:lnTo>
                  <a:pt x="0" y="137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18233">
            <a:off x="2355990" y="3955431"/>
            <a:ext cx="1302630" cy="1354341"/>
          </a:xfrm>
          <a:custGeom>
            <a:avLst/>
            <a:gdLst/>
            <a:ahLst/>
            <a:cxnLst/>
            <a:rect r="r" b="b" t="t" l="l"/>
            <a:pathLst>
              <a:path h="1354341" w="1302630">
                <a:moveTo>
                  <a:pt x="0" y="0"/>
                </a:moveTo>
                <a:lnTo>
                  <a:pt x="1302630" y="0"/>
                </a:lnTo>
                <a:lnTo>
                  <a:pt x="1302630" y="1354341"/>
                </a:lnTo>
                <a:lnTo>
                  <a:pt x="0" y="1354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52206"/>
            <a:ext cx="162306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Answer the following to check your understanding.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3502" y="1819403"/>
            <a:ext cx="9560995" cy="109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LET’S RECALL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825729">
            <a:off x="3148895" y="4193205"/>
            <a:ext cx="1118504" cy="1112403"/>
          </a:xfrm>
          <a:custGeom>
            <a:avLst/>
            <a:gdLst/>
            <a:ahLst/>
            <a:cxnLst/>
            <a:rect r="r" b="b" t="t" l="l"/>
            <a:pathLst>
              <a:path h="1112403" w="1118504">
                <a:moveTo>
                  <a:pt x="0" y="0"/>
                </a:moveTo>
                <a:lnTo>
                  <a:pt x="1118504" y="0"/>
                </a:lnTo>
                <a:lnTo>
                  <a:pt x="1118504" y="1112404"/>
                </a:lnTo>
                <a:lnTo>
                  <a:pt x="0" y="1112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5729">
            <a:off x="8584748" y="4193205"/>
            <a:ext cx="1118504" cy="1112403"/>
          </a:xfrm>
          <a:custGeom>
            <a:avLst/>
            <a:gdLst/>
            <a:ahLst/>
            <a:cxnLst/>
            <a:rect r="r" b="b" t="t" l="l"/>
            <a:pathLst>
              <a:path h="1112403" w="1118504">
                <a:moveTo>
                  <a:pt x="0" y="0"/>
                </a:moveTo>
                <a:lnTo>
                  <a:pt x="1118504" y="0"/>
                </a:lnTo>
                <a:lnTo>
                  <a:pt x="1118504" y="1112404"/>
                </a:lnTo>
                <a:lnTo>
                  <a:pt x="0" y="1112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825729">
            <a:off x="13820815" y="4193205"/>
            <a:ext cx="1118504" cy="1112403"/>
          </a:xfrm>
          <a:custGeom>
            <a:avLst/>
            <a:gdLst/>
            <a:ahLst/>
            <a:cxnLst/>
            <a:rect r="r" b="b" t="t" l="l"/>
            <a:pathLst>
              <a:path h="1112403" w="1118504">
                <a:moveTo>
                  <a:pt x="0" y="0"/>
                </a:moveTo>
                <a:lnTo>
                  <a:pt x="1118504" y="0"/>
                </a:lnTo>
                <a:lnTo>
                  <a:pt x="1118504" y="1112404"/>
                </a:lnTo>
                <a:lnTo>
                  <a:pt x="0" y="1112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56860" y="4510594"/>
            <a:ext cx="110257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92713" y="4510594"/>
            <a:ext cx="110257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28780" y="4510594"/>
            <a:ext cx="110257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9491" y="5894470"/>
            <a:ext cx="4637312" cy="182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an integer?</a:t>
            </a:r>
          </a:p>
          <a:p>
            <a:pPr algn="ctr">
              <a:lnSpc>
                <a:spcPts val="364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An integer can be a positive whole number, a negative whole number, or zero.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78913" y="5894470"/>
            <a:ext cx="4675953" cy="182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do you plot integers?</a:t>
            </a:r>
          </a:p>
          <a:p>
            <a:pPr algn="ctr">
              <a:lnSpc>
                <a:spcPts val="364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To plot integers, locate the corresponding point to the left or to the right of 0.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06976" y="5894470"/>
            <a:ext cx="4346183" cy="27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true">
                <a:solidFill>
                  <a:srgbClr val="4D433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one application of integers in real life?</a:t>
            </a:r>
          </a:p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One application of integers is the representation of </a:t>
            </a:r>
          </a:p>
          <a:p>
            <a:pPr algn="ctr">
              <a:lnSpc>
                <a:spcPts val="3639"/>
              </a:lnSpc>
            </a:pPr>
            <a:r>
              <a:rPr lang="en-US" sz="27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an increase or decrease </a:t>
            </a:r>
          </a:p>
          <a:p>
            <a:pPr algn="ctr">
              <a:lnSpc>
                <a:spcPts val="3640"/>
              </a:lnSpc>
            </a:pPr>
            <a:r>
              <a:rPr lang="en-US" sz="2800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in temperature.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1174856">
            <a:off x="13932770" y="3026564"/>
            <a:ext cx="786278" cy="756256"/>
          </a:xfrm>
          <a:custGeom>
            <a:avLst/>
            <a:gdLst/>
            <a:ahLst/>
            <a:cxnLst/>
            <a:rect r="r" b="b" t="t" l="l"/>
            <a:pathLst>
              <a:path h="756256" w="786278">
                <a:moveTo>
                  <a:pt x="0" y="0"/>
                </a:moveTo>
                <a:lnTo>
                  <a:pt x="786277" y="0"/>
                </a:lnTo>
                <a:lnTo>
                  <a:pt x="786277" y="756256"/>
                </a:lnTo>
                <a:lnTo>
                  <a:pt x="0" y="756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174856">
            <a:off x="4487649" y="4657040"/>
            <a:ext cx="786278" cy="756256"/>
          </a:xfrm>
          <a:custGeom>
            <a:avLst/>
            <a:gdLst/>
            <a:ahLst/>
            <a:cxnLst/>
            <a:rect r="r" b="b" t="t" l="l"/>
            <a:pathLst>
              <a:path h="756256" w="786278">
                <a:moveTo>
                  <a:pt x="0" y="0"/>
                </a:moveTo>
                <a:lnTo>
                  <a:pt x="786278" y="0"/>
                </a:lnTo>
                <a:lnTo>
                  <a:pt x="786278" y="756257"/>
                </a:lnTo>
                <a:lnTo>
                  <a:pt x="0" y="7562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21354" y="768113"/>
            <a:ext cx="4259434" cy="813165"/>
          </a:xfrm>
          <a:custGeom>
            <a:avLst/>
            <a:gdLst/>
            <a:ahLst/>
            <a:cxnLst/>
            <a:rect r="r" b="b" t="t" l="l"/>
            <a:pathLst>
              <a:path h="813165" w="4259434">
                <a:moveTo>
                  <a:pt x="0" y="0"/>
                </a:moveTo>
                <a:lnTo>
                  <a:pt x="4259434" y="0"/>
                </a:lnTo>
                <a:lnTo>
                  <a:pt x="4259434" y="813165"/>
                </a:lnTo>
                <a:lnTo>
                  <a:pt x="0" y="813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01110" y="974163"/>
            <a:ext cx="3899921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 spc="33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SAMPLE ANSWER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9745" cy="11750657"/>
            </a:xfrm>
            <a:custGeom>
              <a:avLst/>
              <a:gdLst/>
              <a:ahLst/>
              <a:cxnLst/>
              <a:rect r="r" b="b" t="t" l="l"/>
              <a:pathLst>
                <a:path h="11750657" w="6609745">
                  <a:moveTo>
                    <a:pt x="6609745" y="129842"/>
                  </a:moveTo>
                  <a:lnTo>
                    <a:pt x="6609745" y="0"/>
                  </a:lnTo>
                  <a:lnTo>
                    <a:pt x="36518" y="0"/>
                  </a:lnTo>
                  <a:lnTo>
                    <a:pt x="36518" y="64921"/>
                  </a:lnTo>
                  <a:lnTo>
                    <a:pt x="0" y="64921"/>
                  </a:lnTo>
                  <a:lnTo>
                    <a:pt x="0" y="11750657"/>
                  </a:lnTo>
                  <a:lnTo>
                    <a:pt x="73036" y="11750657"/>
                  </a:lnTo>
                  <a:lnTo>
                    <a:pt x="73036" y="9478431"/>
                  </a:lnTo>
                  <a:lnTo>
                    <a:pt x="1314645" y="9478431"/>
                  </a:lnTo>
                  <a:lnTo>
                    <a:pt x="1314645" y="11750657"/>
                  </a:lnTo>
                  <a:lnTo>
                    <a:pt x="1387681" y="11750657"/>
                  </a:lnTo>
                  <a:lnTo>
                    <a:pt x="1387681" y="9478431"/>
                  </a:lnTo>
                  <a:lnTo>
                    <a:pt x="2629291" y="9478431"/>
                  </a:lnTo>
                  <a:lnTo>
                    <a:pt x="2629291" y="11750657"/>
                  </a:lnTo>
                  <a:lnTo>
                    <a:pt x="2702327" y="11750657"/>
                  </a:lnTo>
                  <a:lnTo>
                    <a:pt x="2702327" y="9478431"/>
                  </a:lnTo>
                  <a:lnTo>
                    <a:pt x="3943936" y="9478431"/>
                  </a:lnTo>
                  <a:lnTo>
                    <a:pt x="3943936" y="11750657"/>
                  </a:lnTo>
                  <a:lnTo>
                    <a:pt x="4016972" y="11750657"/>
                  </a:lnTo>
                  <a:lnTo>
                    <a:pt x="4016972" y="9478431"/>
                  </a:lnTo>
                  <a:lnTo>
                    <a:pt x="5258581" y="9478431"/>
                  </a:lnTo>
                  <a:lnTo>
                    <a:pt x="5258581" y="11750657"/>
                  </a:lnTo>
                  <a:lnTo>
                    <a:pt x="5331617" y="11750657"/>
                  </a:lnTo>
                  <a:lnTo>
                    <a:pt x="5331617" y="9478431"/>
                  </a:lnTo>
                  <a:lnTo>
                    <a:pt x="6609745" y="9478431"/>
                  </a:lnTo>
                  <a:lnTo>
                    <a:pt x="6609745" y="9348589"/>
                  </a:lnTo>
                  <a:lnTo>
                    <a:pt x="5331617" y="9348589"/>
                  </a:lnTo>
                  <a:lnTo>
                    <a:pt x="5331617" y="7141283"/>
                  </a:lnTo>
                  <a:lnTo>
                    <a:pt x="6609745" y="7141283"/>
                  </a:lnTo>
                  <a:lnTo>
                    <a:pt x="6609745" y="7011442"/>
                  </a:lnTo>
                  <a:lnTo>
                    <a:pt x="5331617" y="7011442"/>
                  </a:lnTo>
                  <a:lnTo>
                    <a:pt x="5331617" y="4804136"/>
                  </a:lnTo>
                  <a:lnTo>
                    <a:pt x="6609745" y="4804136"/>
                  </a:lnTo>
                  <a:lnTo>
                    <a:pt x="6609745" y="4674295"/>
                  </a:lnTo>
                  <a:lnTo>
                    <a:pt x="5331617" y="4674295"/>
                  </a:lnTo>
                  <a:lnTo>
                    <a:pt x="5331617" y="2466989"/>
                  </a:lnTo>
                  <a:lnTo>
                    <a:pt x="6609745" y="2466989"/>
                  </a:lnTo>
                  <a:lnTo>
                    <a:pt x="6609745" y="2337147"/>
                  </a:lnTo>
                  <a:lnTo>
                    <a:pt x="5331617" y="2337147"/>
                  </a:lnTo>
                  <a:lnTo>
                    <a:pt x="5331617" y="129842"/>
                  </a:lnTo>
                  <a:lnTo>
                    <a:pt x="6609745" y="129842"/>
                  </a:lnTo>
                  <a:close/>
                  <a:moveTo>
                    <a:pt x="1387681" y="2337147"/>
                  </a:moveTo>
                  <a:lnTo>
                    <a:pt x="1387681" y="129842"/>
                  </a:lnTo>
                  <a:lnTo>
                    <a:pt x="2629291" y="129842"/>
                  </a:lnTo>
                  <a:lnTo>
                    <a:pt x="2629291" y="2337147"/>
                  </a:lnTo>
                  <a:lnTo>
                    <a:pt x="1387681" y="2337147"/>
                  </a:lnTo>
                  <a:close/>
                  <a:moveTo>
                    <a:pt x="2629291" y="2466989"/>
                  </a:moveTo>
                  <a:lnTo>
                    <a:pt x="2629291" y="4674295"/>
                  </a:lnTo>
                  <a:lnTo>
                    <a:pt x="1387681" y="4674295"/>
                  </a:lnTo>
                  <a:lnTo>
                    <a:pt x="1387681" y="2466989"/>
                  </a:lnTo>
                  <a:lnTo>
                    <a:pt x="2629291" y="2466989"/>
                  </a:lnTo>
                  <a:close/>
                  <a:moveTo>
                    <a:pt x="1314645" y="2337147"/>
                  </a:moveTo>
                  <a:lnTo>
                    <a:pt x="73036" y="2337147"/>
                  </a:lnTo>
                  <a:lnTo>
                    <a:pt x="73036" y="129842"/>
                  </a:lnTo>
                  <a:lnTo>
                    <a:pt x="1314645" y="129842"/>
                  </a:lnTo>
                  <a:lnTo>
                    <a:pt x="1314645" y="2337147"/>
                  </a:lnTo>
                  <a:close/>
                  <a:moveTo>
                    <a:pt x="1314645" y="2466989"/>
                  </a:moveTo>
                  <a:lnTo>
                    <a:pt x="1314645" y="4674295"/>
                  </a:lnTo>
                  <a:lnTo>
                    <a:pt x="73036" y="4674295"/>
                  </a:lnTo>
                  <a:lnTo>
                    <a:pt x="73036" y="2466989"/>
                  </a:lnTo>
                  <a:lnTo>
                    <a:pt x="1314645" y="2466989"/>
                  </a:lnTo>
                  <a:close/>
                  <a:moveTo>
                    <a:pt x="1314645" y="4804136"/>
                  </a:moveTo>
                  <a:lnTo>
                    <a:pt x="1314645" y="7011442"/>
                  </a:lnTo>
                  <a:lnTo>
                    <a:pt x="73036" y="7011442"/>
                  </a:lnTo>
                  <a:lnTo>
                    <a:pt x="73036" y="4804136"/>
                  </a:lnTo>
                  <a:lnTo>
                    <a:pt x="1314645" y="4804136"/>
                  </a:lnTo>
                  <a:close/>
                  <a:moveTo>
                    <a:pt x="1387681" y="4804136"/>
                  </a:moveTo>
                  <a:lnTo>
                    <a:pt x="2629291" y="4804136"/>
                  </a:lnTo>
                  <a:lnTo>
                    <a:pt x="2629291" y="7011442"/>
                  </a:lnTo>
                  <a:lnTo>
                    <a:pt x="1387681" y="7011442"/>
                  </a:lnTo>
                  <a:lnTo>
                    <a:pt x="1387681" y="4804136"/>
                  </a:lnTo>
                  <a:close/>
                  <a:moveTo>
                    <a:pt x="2702327" y="4804136"/>
                  </a:moveTo>
                  <a:lnTo>
                    <a:pt x="3943936" y="4804136"/>
                  </a:lnTo>
                  <a:lnTo>
                    <a:pt x="3943936" y="7011442"/>
                  </a:lnTo>
                  <a:lnTo>
                    <a:pt x="2702327" y="7011442"/>
                  </a:lnTo>
                  <a:lnTo>
                    <a:pt x="2702327" y="4804136"/>
                  </a:lnTo>
                  <a:close/>
                  <a:moveTo>
                    <a:pt x="2702327" y="4674295"/>
                  </a:moveTo>
                  <a:lnTo>
                    <a:pt x="2702327" y="2466989"/>
                  </a:lnTo>
                  <a:lnTo>
                    <a:pt x="3943936" y="2466989"/>
                  </a:lnTo>
                  <a:lnTo>
                    <a:pt x="3943936" y="4674295"/>
                  </a:lnTo>
                  <a:lnTo>
                    <a:pt x="2702327" y="4674295"/>
                  </a:lnTo>
                  <a:close/>
                  <a:moveTo>
                    <a:pt x="2702327" y="2337147"/>
                  </a:moveTo>
                  <a:lnTo>
                    <a:pt x="2702327" y="129842"/>
                  </a:lnTo>
                  <a:lnTo>
                    <a:pt x="3943936" y="129842"/>
                  </a:lnTo>
                  <a:lnTo>
                    <a:pt x="3943936" y="2337147"/>
                  </a:lnTo>
                  <a:lnTo>
                    <a:pt x="2702327" y="2337147"/>
                  </a:lnTo>
                  <a:close/>
                  <a:moveTo>
                    <a:pt x="73036" y="9348589"/>
                  </a:moveTo>
                  <a:lnTo>
                    <a:pt x="73036" y="7141283"/>
                  </a:lnTo>
                  <a:lnTo>
                    <a:pt x="1314645" y="7141283"/>
                  </a:lnTo>
                  <a:lnTo>
                    <a:pt x="1314645" y="9348589"/>
                  </a:lnTo>
                  <a:lnTo>
                    <a:pt x="73036" y="9348589"/>
                  </a:lnTo>
                  <a:close/>
                  <a:moveTo>
                    <a:pt x="1387681" y="9348589"/>
                  </a:moveTo>
                  <a:lnTo>
                    <a:pt x="1387681" y="7141283"/>
                  </a:lnTo>
                  <a:lnTo>
                    <a:pt x="2629291" y="7141283"/>
                  </a:lnTo>
                  <a:lnTo>
                    <a:pt x="2629291" y="9348589"/>
                  </a:lnTo>
                  <a:lnTo>
                    <a:pt x="1387681" y="9348589"/>
                  </a:lnTo>
                  <a:close/>
                  <a:moveTo>
                    <a:pt x="2702327" y="9348589"/>
                  </a:moveTo>
                  <a:lnTo>
                    <a:pt x="2702327" y="7141283"/>
                  </a:lnTo>
                  <a:lnTo>
                    <a:pt x="3943936" y="7141283"/>
                  </a:lnTo>
                  <a:lnTo>
                    <a:pt x="3943936" y="9348589"/>
                  </a:lnTo>
                  <a:lnTo>
                    <a:pt x="2702327" y="9348589"/>
                  </a:lnTo>
                  <a:close/>
                  <a:moveTo>
                    <a:pt x="5258581" y="9348589"/>
                  </a:moveTo>
                  <a:lnTo>
                    <a:pt x="4016972" y="9348589"/>
                  </a:lnTo>
                  <a:lnTo>
                    <a:pt x="4016972" y="7141283"/>
                  </a:lnTo>
                  <a:lnTo>
                    <a:pt x="5258581" y="7141283"/>
                  </a:lnTo>
                  <a:lnTo>
                    <a:pt x="5258581" y="9348589"/>
                  </a:lnTo>
                  <a:close/>
                  <a:moveTo>
                    <a:pt x="5258581" y="7011442"/>
                  </a:moveTo>
                  <a:lnTo>
                    <a:pt x="4016972" y="7011442"/>
                  </a:lnTo>
                  <a:lnTo>
                    <a:pt x="4016972" y="4804136"/>
                  </a:lnTo>
                  <a:lnTo>
                    <a:pt x="5258581" y="4804136"/>
                  </a:lnTo>
                  <a:lnTo>
                    <a:pt x="5258581" y="7011442"/>
                  </a:lnTo>
                  <a:close/>
                  <a:moveTo>
                    <a:pt x="5258581" y="4674295"/>
                  </a:moveTo>
                  <a:lnTo>
                    <a:pt x="4016972" y="4674295"/>
                  </a:lnTo>
                  <a:lnTo>
                    <a:pt x="4016972" y="2466989"/>
                  </a:lnTo>
                  <a:lnTo>
                    <a:pt x="5258581" y="2466989"/>
                  </a:lnTo>
                  <a:lnTo>
                    <a:pt x="5258581" y="4674295"/>
                  </a:lnTo>
                  <a:close/>
                  <a:moveTo>
                    <a:pt x="5258581" y="2337147"/>
                  </a:moveTo>
                  <a:lnTo>
                    <a:pt x="4016972" y="2337147"/>
                  </a:lnTo>
                  <a:lnTo>
                    <a:pt x="4016972" y="129842"/>
                  </a:lnTo>
                  <a:lnTo>
                    <a:pt x="5258581" y="129842"/>
                  </a:lnTo>
                  <a:lnTo>
                    <a:pt x="5258581" y="2337147"/>
                  </a:lnTo>
                  <a:close/>
                </a:path>
              </a:pathLst>
            </a:custGeom>
            <a:solidFill>
              <a:srgbClr val="5B825D">
                <a:alpha val="4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17234"/>
            <a:ext cx="16230600" cy="8241066"/>
            <a:chOff x="0" y="0"/>
            <a:chExt cx="4085534" cy="20744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564"/>
              <a:ext cx="4085858" cy="2072449"/>
            </a:xfrm>
            <a:custGeom>
              <a:avLst/>
              <a:gdLst/>
              <a:ahLst/>
              <a:cxnLst/>
              <a:rect r="r" b="b" t="t" l="l"/>
              <a:pathLst>
                <a:path h="2072449" w="4085858">
                  <a:moveTo>
                    <a:pt x="4075374" y="27234"/>
                  </a:moveTo>
                  <a:cubicBezTo>
                    <a:pt x="4066484" y="23424"/>
                    <a:pt x="4057594" y="20884"/>
                    <a:pt x="4048704" y="20884"/>
                  </a:cubicBezTo>
                  <a:cubicBezTo>
                    <a:pt x="4022034" y="19614"/>
                    <a:pt x="3961677" y="19614"/>
                    <a:pt x="3894765" y="17074"/>
                  </a:cubicBezTo>
                  <a:cubicBezTo>
                    <a:pt x="3741823" y="11994"/>
                    <a:pt x="3592067" y="5644"/>
                    <a:pt x="3439125" y="3104"/>
                  </a:cubicBezTo>
                  <a:cubicBezTo>
                    <a:pt x="3314859" y="564"/>
                    <a:pt x="3193780" y="3104"/>
                    <a:pt x="3069515" y="1834"/>
                  </a:cubicBezTo>
                  <a:cubicBezTo>
                    <a:pt x="3015348" y="1834"/>
                    <a:pt x="2961181" y="-706"/>
                    <a:pt x="2907014" y="1834"/>
                  </a:cubicBezTo>
                  <a:cubicBezTo>
                    <a:pt x="2776376" y="9454"/>
                    <a:pt x="2645738" y="10724"/>
                    <a:pt x="2511914" y="8184"/>
                  </a:cubicBezTo>
                  <a:cubicBezTo>
                    <a:pt x="2445001" y="6914"/>
                    <a:pt x="2378089" y="6914"/>
                    <a:pt x="2311177" y="6914"/>
                  </a:cubicBezTo>
                  <a:cubicBezTo>
                    <a:pt x="2190098" y="6914"/>
                    <a:pt x="2069019" y="6914"/>
                    <a:pt x="1947940" y="5644"/>
                  </a:cubicBezTo>
                  <a:cubicBezTo>
                    <a:pt x="1820488" y="4374"/>
                    <a:pt x="565088" y="1834"/>
                    <a:pt x="440823" y="564"/>
                  </a:cubicBezTo>
                  <a:cubicBezTo>
                    <a:pt x="338862" y="-706"/>
                    <a:pt x="240087" y="564"/>
                    <a:pt x="138125" y="564"/>
                  </a:cubicBezTo>
                  <a:cubicBezTo>
                    <a:pt x="68027" y="564"/>
                    <a:pt x="33020" y="3104"/>
                    <a:pt x="5080" y="4374"/>
                  </a:cubicBezTo>
                  <a:cubicBezTo>
                    <a:pt x="3810" y="4374"/>
                    <a:pt x="2540" y="6914"/>
                    <a:pt x="0" y="8184"/>
                  </a:cubicBezTo>
                  <a:cubicBezTo>
                    <a:pt x="1270" y="20884"/>
                    <a:pt x="3810" y="33584"/>
                    <a:pt x="5080" y="46284"/>
                  </a:cubicBezTo>
                  <a:cubicBezTo>
                    <a:pt x="15240" y="129474"/>
                    <a:pt x="16510" y="218598"/>
                    <a:pt x="17780" y="306159"/>
                  </a:cubicBezTo>
                  <a:cubicBezTo>
                    <a:pt x="19050" y="395284"/>
                    <a:pt x="17780" y="484408"/>
                    <a:pt x="16510" y="575096"/>
                  </a:cubicBezTo>
                  <a:cubicBezTo>
                    <a:pt x="15240" y="667347"/>
                    <a:pt x="2540" y="1635207"/>
                    <a:pt x="2540" y="1727458"/>
                  </a:cubicBezTo>
                  <a:cubicBezTo>
                    <a:pt x="2540" y="1818146"/>
                    <a:pt x="1270" y="1908834"/>
                    <a:pt x="0" y="1999522"/>
                  </a:cubicBezTo>
                  <a:cubicBezTo>
                    <a:pt x="0" y="2017839"/>
                    <a:pt x="3810" y="2027999"/>
                    <a:pt x="15240" y="2033079"/>
                  </a:cubicBezTo>
                  <a:cubicBezTo>
                    <a:pt x="22860" y="2036889"/>
                    <a:pt x="31750" y="2039429"/>
                    <a:pt x="40640" y="2040699"/>
                  </a:cubicBezTo>
                  <a:cubicBezTo>
                    <a:pt x="134939" y="2045779"/>
                    <a:pt x="256018" y="2049589"/>
                    <a:pt x="377097" y="2054669"/>
                  </a:cubicBezTo>
                  <a:cubicBezTo>
                    <a:pt x="444009" y="2057209"/>
                    <a:pt x="510921" y="2062289"/>
                    <a:pt x="577833" y="2063559"/>
                  </a:cubicBezTo>
                  <a:cubicBezTo>
                    <a:pt x="689354" y="2066099"/>
                    <a:pt x="1932008" y="2067369"/>
                    <a:pt x="2043528" y="2068639"/>
                  </a:cubicBezTo>
                  <a:cubicBezTo>
                    <a:pt x="2059460" y="2068639"/>
                    <a:pt x="2075391" y="2068639"/>
                    <a:pt x="2091323" y="2068639"/>
                  </a:cubicBezTo>
                  <a:cubicBezTo>
                    <a:pt x="2167794" y="2068639"/>
                    <a:pt x="2247451" y="2067369"/>
                    <a:pt x="2323922" y="2067369"/>
                  </a:cubicBezTo>
                  <a:cubicBezTo>
                    <a:pt x="2413138" y="2067369"/>
                    <a:pt x="2499168" y="2068639"/>
                    <a:pt x="2588384" y="2068639"/>
                  </a:cubicBezTo>
                  <a:cubicBezTo>
                    <a:pt x="2719022" y="2068639"/>
                    <a:pt x="2852847" y="2068639"/>
                    <a:pt x="2983485" y="2068639"/>
                  </a:cubicBezTo>
                  <a:cubicBezTo>
                    <a:pt x="3104564" y="2068639"/>
                    <a:pt x="3225643" y="2069909"/>
                    <a:pt x="3346722" y="2071179"/>
                  </a:cubicBezTo>
                  <a:cubicBezTo>
                    <a:pt x="3400889" y="2071179"/>
                    <a:pt x="3458242" y="2072449"/>
                    <a:pt x="3512409" y="2072449"/>
                  </a:cubicBezTo>
                  <a:cubicBezTo>
                    <a:pt x="3687656" y="2071179"/>
                    <a:pt x="3859716" y="2064829"/>
                    <a:pt x="4025844" y="2064829"/>
                  </a:cubicBezTo>
                  <a:cubicBezTo>
                    <a:pt x="4029654" y="2064829"/>
                    <a:pt x="4034734" y="2062289"/>
                    <a:pt x="4038544" y="2059749"/>
                  </a:cubicBezTo>
                  <a:cubicBezTo>
                    <a:pt x="4043624" y="2055939"/>
                    <a:pt x="4046164" y="2049589"/>
                    <a:pt x="4048704" y="2047049"/>
                  </a:cubicBezTo>
                  <a:cubicBezTo>
                    <a:pt x="4049974" y="1988577"/>
                    <a:pt x="4051244" y="1922906"/>
                    <a:pt x="4052514" y="1857236"/>
                  </a:cubicBezTo>
                  <a:cubicBezTo>
                    <a:pt x="4053784" y="1755602"/>
                    <a:pt x="4063944" y="779925"/>
                    <a:pt x="4065214" y="678292"/>
                  </a:cubicBezTo>
                  <a:cubicBezTo>
                    <a:pt x="4065214" y="617312"/>
                    <a:pt x="4066484" y="556333"/>
                    <a:pt x="4067754" y="495353"/>
                  </a:cubicBezTo>
                  <a:cubicBezTo>
                    <a:pt x="4069024" y="429682"/>
                    <a:pt x="4070294" y="364012"/>
                    <a:pt x="4072834" y="298341"/>
                  </a:cubicBezTo>
                  <a:cubicBezTo>
                    <a:pt x="4074104" y="259252"/>
                    <a:pt x="4074104" y="218598"/>
                    <a:pt x="4079184" y="179509"/>
                  </a:cubicBezTo>
                  <a:cubicBezTo>
                    <a:pt x="4084264" y="132601"/>
                    <a:pt x="4086804" y="87257"/>
                    <a:pt x="4085534" y="43744"/>
                  </a:cubicBezTo>
                  <a:cubicBezTo>
                    <a:pt x="4085534" y="37394"/>
                    <a:pt x="4081724" y="29774"/>
                    <a:pt x="4075374" y="27234"/>
                  </a:cubicBezTo>
                  <a:close/>
                </a:path>
              </a:pathLst>
            </a:custGeom>
            <a:solidFill>
              <a:srgbClr val="FFF6E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45467" y="4071774"/>
            <a:ext cx="1272291" cy="1265351"/>
          </a:xfrm>
          <a:custGeom>
            <a:avLst/>
            <a:gdLst/>
            <a:ahLst/>
            <a:cxnLst/>
            <a:rect r="r" b="b" t="t" l="l"/>
            <a:pathLst>
              <a:path h="1265351" w="1272291">
                <a:moveTo>
                  <a:pt x="0" y="0"/>
                </a:moveTo>
                <a:lnTo>
                  <a:pt x="1272290" y="0"/>
                </a:lnTo>
                <a:lnTo>
                  <a:pt x="1272290" y="1265351"/>
                </a:lnTo>
                <a:lnTo>
                  <a:pt x="0" y="1265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39340" y="4510825"/>
            <a:ext cx="3900409" cy="3872042"/>
          </a:xfrm>
          <a:custGeom>
            <a:avLst/>
            <a:gdLst/>
            <a:ahLst/>
            <a:cxnLst/>
            <a:rect r="r" b="b" t="t" l="l"/>
            <a:pathLst>
              <a:path h="3872042" w="3900409">
                <a:moveTo>
                  <a:pt x="0" y="0"/>
                </a:moveTo>
                <a:lnTo>
                  <a:pt x="3900409" y="0"/>
                </a:lnTo>
                <a:lnTo>
                  <a:pt x="3900409" y="3872042"/>
                </a:lnTo>
                <a:lnTo>
                  <a:pt x="0" y="3872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84735" y="2449097"/>
            <a:ext cx="7055949" cy="5221402"/>
          </a:xfrm>
          <a:custGeom>
            <a:avLst/>
            <a:gdLst/>
            <a:ahLst/>
            <a:cxnLst/>
            <a:rect r="r" b="b" t="t" l="l"/>
            <a:pathLst>
              <a:path h="5221402" w="7055949">
                <a:moveTo>
                  <a:pt x="0" y="0"/>
                </a:moveTo>
                <a:lnTo>
                  <a:pt x="7055949" y="0"/>
                </a:lnTo>
                <a:lnTo>
                  <a:pt x="7055949" y="5221402"/>
                </a:lnTo>
                <a:lnTo>
                  <a:pt x="0" y="5221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575427">
            <a:off x="4701065" y="3089593"/>
            <a:ext cx="641162" cy="641162"/>
          </a:xfrm>
          <a:custGeom>
            <a:avLst/>
            <a:gdLst/>
            <a:ahLst/>
            <a:cxnLst/>
            <a:rect r="r" b="b" t="t" l="l"/>
            <a:pathLst>
              <a:path h="641162" w="641162">
                <a:moveTo>
                  <a:pt x="0" y="0"/>
                </a:moveTo>
                <a:lnTo>
                  <a:pt x="641162" y="0"/>
                </a:lnTo>
                <a:lnTo>
                  <a:pt x="641162" y="641163"/>
                </a:lnTo>
                <a:lnTo>
                  <a:pt x="0" y="641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12409" y="3360302"/>
            <a:ext cx="446330" cy="443896"/>
          </a:xfrm>
          <a:custGeom>
            <a:avLst/>
            <a:gdLst/>
            <a:ahLst/>
            <a:cxnLst/>
            <a:rect r="r" b="b" t="t" l="l"/>
            <a:pathLst>
              <a:path h="443896" w="446330">
                <a:moveTo>
                  <a:pt x="0" y="0"/>
                </a:moveTo>
                <a:lnTo>
                  <a:pt x="446330" y="0"/>
                </a:lnTo>
                <a:lnTo>
                  <a:pt x="446330" y="443896"/>
                </a:lnTo>
                <a:lnTo>
                  <a:pt x="0" y="443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17757" y="2715797"/>
            <a:ext cx="7902322" cy="125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10000">
                <a:solidFill>
                  <a:srgbClr val="4D433B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335471"/>
            <a:ext cx="7454456" cy="355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Mathspace. “3.01 Integers | Year 6 Math | </a:t>
            </a:r>
          </a:p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Australian Curriculum Year 6” Accessed 31 July 2023, https://mathspace.co/textbooks/syllabuses/Syllabus-1166/topics/Topic-22053/subtopics/Subtopic-280655/?searchString=&amp;activeTab=theory</a:t>
            </a:r>
          </a:p>
          <a:p>
            <a:pPr algn="ctr">
              <a:lnSpc>
                <a:spcPts val="2599"/>
              </a:lnSpc>
            </a:pPr>
          </a:p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Mathspace. “3.02 Number lines | Year 6 Math | </a:t>
            </a:r>
          </a:p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4D433B"/>
                </a:solidFill>
                <a:latin typeface="Proxima Nova"/>
                <a:ea typeface="Proxima Nova"/>
                <a:cs typeface="Proxima Nova"/>
                <a:sym typeface="Proxima Nova"/>
              </a:rPr>
              <a:t>Australian Curriculum Year 6” Accessed 31 July 2023, https://mathspace.co/textbooks/syllabuses/Syllabus-1166/topics/Topic-22053/subtopics/Subtopic-280656?searchString=&amp;activeTab=theory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DAHKAvaK7Ec</dc:identifier>
  <dcterms:modified xsi:type="dcterms:W3CDTF">2011-08-01T06:04:30Z</dcterms:modified>
  <cp:revision>1</cp:revision>
  <dc:title>by C. Vidhya</dc:title>
</cp:coreProperties>
</file>