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96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E94560">
              <a:alpha val="18000"/>
            </a:srgbClr>
          </a:solidFill>
          <a:ln w="12700">
            <a:solidFill>
              <a:srgbClr val="E9456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FA3B1">
              <a:alpha val="18000"/>
            </a:srgbClr>
          </a:solidFill>
          <a:ln w="12700">
            <a:solidFill>
              <a:srgbClr val="0FA3B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 — कक्षा 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बाज़ार दर्शन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एवं पत्र लेखन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2004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उपभोक्तावाद • बाज़ारवाद • पत्र लेखन कौशल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</a:rPr>
              <a:t>40-Minute Interactive Lesson  |  Mentimeter-Based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स्वागत है — 'बाज़ार की चमक या ज़रूरत?'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आज हर चीज़ बिकती क्यों है?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क्या हम ज़रूरत से खरीदते हैं या दिखावे से?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सोचो… 'मोबाइल बदला क्योंकि पुराना खराब था या नया ट्रेंड आया?'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Word Cloud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जब आप 'बाज़ार' शब्द सुनते हैं तो सबसे पहले क्या याद आता है?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छात्रों से मोबाइल द्वारा Mentimeter join करवाएँ। Word Cloud स्क्रीन पर बनेगा।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कहानी की शुरुआत — 'रोहन का नया फोन'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रोहन का फोन ठीक था।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दोस्तों ने नया मॉडल खरीदा।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रोहन भी नया फोन लेना चाहता है।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0D1B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Poll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क्या रोहन को नया फोन खरीदना चाहिए?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हाँ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नहीं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सोचकर निर्णय लेना चाहिए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छात्रों से कारण पूछें। 'Need vs Want' की ओर बातचीत मोड़ें।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बाज़ार दर्शन क्या बताता है?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बाज़ार हमें आकर्षित करता है।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विज्ञापन हमारी सोच बदलते हैं।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कई बार हम बिना ज़रूरत खरीदते हैं।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उपभोक्तावाद बढ़ता जाता है।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Quiz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उपभोक्तावाद का अर्थ क्या है?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केवल बचत करना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अधिक वस्तुएँ खरीदना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पढ़ाई करना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खेलना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सही उत्तर के बाद लेखक की सोच समझाएँ। 1 मिनट में explanation दें।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गेम टाइम — 'Need या Greed?'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वस्तुओं को सही श्रेणी में रखें।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तेज़ जवाब = अधिक अंक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Rapid-fire round!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0D1B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Quiz Competition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इनमें कौन 'Need' है?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स्कूल बैग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तीसरा स्मार्टफोन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महँगा ब्रांडेड जूता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गेमिंग कंसोल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5–6 rapid-fire प्रश्न पूछें। Winner clap activity करवाएँ।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विज्ञापनों का जादू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विज्ञापन भावनाओं पर असर डालते हैं।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'Sale' देखकर लोग आकर्षित होते हैं।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सोशल मीडिया खरीदारी बढ़ाता है।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Open Ended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कौन-सा विज्ञापन आपको सबसे ज्यादा प्रभावित करता है और क्यों?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2–3 responses पढ़ें। Critical thinking विकसित करें।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Classroom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'क्या बाज़ार हमारी खुशियाँ तय करता है?'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'क्या ब्रांड हमारी पहचान बन गए हैं?'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0D1B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Scale (1–5)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आप कितने सहमत हैं — 'महँगी चीज़ें खुशी देती हैं'?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बिल्कुल नहीं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पूरी तरह सहमत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छात्रों को pair discussion करवाएँ। 2 students से opinion share करवाएँ।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पत्र लेखन परिचय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औपचारिक पत्र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प्रेषक, विषय, संबोधन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सरल और स्पष्ट भाषा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Quiz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औपचारिक पत्र में सबसे पहले क्या लिखा जाता है?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विषय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दिनांक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प्रेषक का पता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हस्ताक्षर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बोर्ड पर basic format बनाकर दिखाएँ। Short mnemonic दें।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Real-Life Application Activity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स्थिति: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आपके क्षेत्र में अत्यधिक विज्ञापन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प्रदूषण फैलाते हैं।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नगर निगम को शिकायत पत्र लिखें।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0D1B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Collaborative 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नगर निगम को शिकायत पत्र में आप क्या लिखेंगे?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Students 3–4 line ideas पोस्ट करें। Best ideas को combine करके class letter बनाएं।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Mini Video Reflection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ad video दिखाएँ।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सोचो: क्या यह जरूरत पैदा कर रहा है?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क्या यह भावनाओं से खेल रहा है?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Open Ended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वीडियो देखकर आपकी सबसे बड़ी सीख क्या रही?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1–2 मिनट का YouTube ad/video चलाएँ। Reflection answers discuss करें।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Final Challenge — 'Smart Consumer'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सही निर्णय लो।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जरूरत पहचानो।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विज्ञापनों को समझो।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0D1B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Fast Quiz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सच्चा स्मार्ट consumer कौन है?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जो हर नई चीज खरीदता है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जो सोच-समझकर खरीदता है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जो केवल ब्रांड देखता है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जो दोस्तों की नकल करता है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Fastest correct answer winner घोषित करें। Small applause activity करें।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Lesson Recap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658368"/>
            <a:ext cx="78638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बाज़ार हमें प्रभावित करता है।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जरूरत और चाहत अलग हैं।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विज्ञापनों को समझना जरूरी है।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औपचारिक पत्र लिखना सीखा।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Mentimeter: Word Cloud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234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आज की क्लास से एक सबसे महत्वपूर्ण सीख लिखिए।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708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सभी answers aloud पढ़ें। Positive ending दें।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🌟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Takeaway &amp; Homework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1E1E3E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Takeaway: "सोच-समझकर खरीदना ही समझदारी है।"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Homework: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4E0"/>
                </a:solidFill>
              </a:rPr>
              <a:t>1. 'ऑनलाइन शॉपिंग का युवाओं पर प्रभाव' विषय पर 120 शब्दों का पत्र लिखें।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4E0"/>
                </a:solidFill>
              </a:rPr>
              <a:t>2. घर में 5 ऐसी चीज़ें खोजें जो जरूरत नहीं थीं लेकिन खरीदी गईं।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Exit Ticket — Mentimeter: आज की क्लास को 5 में से कितने अंक देंगे?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Office PowerPoint</Application>
  <PresentationFormat>On-screen Show (16:9)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बाज़ार दर्शन — Hindi Class 12</dc:title>
  <dc:subject>PptxGenJS Presentation</dc:subject>
  <dc:creator>PptxGenJS</dc:creator>
  <cp:lastModifiedBy>Gowardhan P</cp:lastModifiedBy>
  <cp:revision>1</cp:revision>
  <dcterms:created xsi:type="dcterms:W3CDTF">2026-05-14T16:33:42Z</dcterms:created>
  <dcterms:modified xsi:type="dcterms:W3CDTF">2026-05-14T16:37:47Z</dcterms:modified>
</cp:coreProperties>
</file>