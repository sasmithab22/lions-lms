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TT Fors" charset="1" panose="020B0003030001020000"/>
      <p:regular r:id="rId15"/>
    </p:embeddedFont>
    <p:embeddedFont>
      <p:font typeface="TT Fors Bold" charset="1" panose="020B0003030001020000"/>
      <p:regular r:id="rId16"/>
    </p:embeddedFont>
    <p:embeddedFont>
      <p:font typeface="Canva Sans Bold" charset="1" panose="020B0803030501040103"/>
      <p:regular r:id="rId17"/>
    </p:embeddedFont>
    <p:embeddedFont>
      <p:font typeface="TT Fors Italics" charset="1" panose="020B0003030001020000"/>
      <p:regular r:id="rId18"/>
    </p:embeddedFont>
    <p:embeddedFont>
      <p:font typeface="TT Fors Bold Italics" charset="1" panose="020B000303000102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24.png" Type="http://schemas.openxmlformats.org/officeDocument/2006/relationships/image"/><Relationship Id="rId2" Target="../media/image12.jpeg" Type="http://schemas.openxmlformats.org/officeDocument/2006/relationships/image"/><Relationship Id="rId3" Target="../media/image17.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png" Type="http://schemas.openxmlformats.org/officeDocument/2006/relationships/image"/><Relationship Id="rId12" Target="../media/image8.png" Type="http://schemas.openxmlformats.org/officeDocument/2006/relationships/image"/><Relationship Id="rId2" Target="../media/image1.jpeg" Type="http://schemas.openxmlformats.org/officeDocument/2006/relationships/image"/><Relationship Id="rId3" Target="../media/image25.jpeg" Type="http://schemas.openxmlformats.org/officeDocument/2006/relationships/image"/><Relationship Id="rId4" Target="../media/image26.jpeg" Type="http://schemas.openxmlformats.org/officeDocument/2006/relationships/image"/><Relationship Id="rId5" Target="../media/image27.jpeg" Type="http://schemas.openxmlformats.org/officeDocument/2006/relationships/image"/><Relationship Id="rId6" Target="../media/image28.jpeg" Type="http://schemas.openxmlformats.org/officeDocument/2006/relationships/image"/><Relationship Id="rId7" Target="../media/image29.jpe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0.jpeg" Type="http://schemas.openxmlformats.org/officeDocument/2006/relationships/image"/><Relationship Id="rId6" Target="../media/image3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2.jpeg" Type="http://schemas.openxmlformats.org/officeDocument/2006/relationships/image"/><Relationship Id="rId6" Target="../media/image33.jpe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grpSp>
        <p:nvGrpSpPr>
          <p:cNvPr name="Group 3" id="3"/>
          <p:cNvGrpSpPr/>
          <p:nvPr/>
        </p:nvGrpSpPr>
        <p:grpSpPr>
          <a:xfrm rot="0">
            <a:off x="10196504" y="2442751"/>
            <a:ext cx="9376071" cy="937607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47708" t="0" r="-2667" b="0"/>
              </a:stretch>
            </a:blipFill>
            <a:ln w="47625" cap="sq">
              <a:solidFill>
                <a:srgbClr val="42501D"/>
              </a:solidFill>
              <a:prstDash val="solid"/>
              <a:miter/>
            </a:ln>
          </p:spPr>
        </p:sp>
      </p:grpSp>
      <p:grpSp>
        <p:nvGrpSpPr>
          <p:cNvPr name="Group 5" id="5"/>
          <p:cNvGrpSpPr/>
          <p:nvPr/>
        </p:nvGrpSpPr>
        <p:grpSpPr>
          <a:xfrm rot="0">
            <a:off x="8949159" y="2739156"/>
            <a:ext cx="3919548" cy="391954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4906" t="0" r="-24906" b="0"/>
              </a:stretch>
            </a:blipFill>
            <a:ln w="47625" cap="sq">
              <a:solidFill>
                <a:srgbClr val="42501D"/>
              </a:solidFill>
              <a:prstDash val="solid"/>
              <a:miter/>
            </a:ln>
          </p:spPr>
        </p:sp>
      </p:grpSp>
      <p:grpSp>
        <p:nvGrpSpPr>
          <p:cNvPr name="Group 7" id="7"/>
          <p:cNvGrpSpPr/>
          <p:nvPr/>
        </p:nvGrpSpPr>
        <p:grpSpPr>
          <a:xfrm rot="0">
            <a:off x="278790" y="411377"/>
            <a:ext cx="17730420" cy="1109296"/>
            <a:chOff x="0" y="0"/>
            <a:chExt cx="4669740" cy="292160"/>
          </a:xfrm>
        </p:grpSpPr>
        <p:sp>
          <p:nvSpPr>
            <p:cNvPr name="Freeform 8" id="8"/>
            <p:cNvSpPr/>
            <p:nvPr/>
          </p:nvSpPr>
          <p:spPr>
            <a:xfrm flipH="false" flipV="false" rot="0">
              <a:off x="0" y="0"/>
              <a:ext cx="4669740" cy="292160"/>
            </a:xfrm>
            <a:custGeom>
              <a:avLst/>
              <a:gdLst/>
              <a:ahLst/>
              <a:cxnLst/>
              <a:rect r="r" b="b" t="t" l="l"/>
              <a:pathLst>
                <a:path h="292160" w="4669740">
                  <a:moveTo>
                    <a:pt x="33185" y="0"/>
                  </a:moveTo>
                  <a:lnTo>
                    <a:pt x="4636555" y="0"/>
                  </a:lnTo>
                  <a:cubicBezTo>
                    <a:pt x="4654883" y="0"/>
                    <a:pt x="4669740" y="14857"/>
                    <a:pt x="4669740" y="33185"/>
                  </a:cubicBezTo>
                  <a:lnTo>
                    <a:pt x="4669740" y="258975"/>
                  </a:lnTo>
                  <a:cubicBezTo>
                    <a:pt x="4669740" y="277303"/>
                    <a:pt x="4654883" y="292160"/>
                    <a:pt x="4636555" y="292160"/>
                  </a:cubicBezTo>
                  <a:lnTo>
                    <a:pt x="33185" y="292160"/>
                  </a:lnTo>
                  <a:cubicBezTo>
                    <a:pt x="24384" y="292160"/>
                    <a:pt x="15943" y="288664"/>
                    <a:pt x="9720" y="282441"/>
                  </a:cubicBezTo>
                  <a:cubicBezTo>
                    <a:pt x="3496" y="276217"/>
                    <a:pt x="0" y="267776"/>
                    <a:pt x="0" y="258975"/>
                  </a:cubicBezTo>
                  <a:lnTo>
                    <a:pt x="0" y="33185"/>
                  </a:lnTo>
                  <a:cubicBezTo>
                    <a:pt x="0" y="14857"/>
                    <a:pt x="14857" y="0"/>
                    <a:pt x="33185" y="0"/>
                  </a:cubicBezTo>
                  <a:close/>
                </a:path>
              </a:pathLst>
            </a:custGeom>
            <a:gradFill rotWithShape="true">
              <a:gsLst>
                <a:gs pos="0">
                  <a:srgbClr val="353E05">
                    <a:alpha val="72000"/>
                  </a:srgbClr>
                </a:gs>
                <a:gs pos="100000">
                  <a:srgbClr val="758A10">
                    <a:alpha val="72000"/>
                  </a:srgbClr>
                </a:gs>
              </a:gsLst>
              <a:lin ang="0"/>
            </a:gradFill>
            <a:ln w="19050" cap="rnd">
              <a:solidFill>
                <a:srgbClr val="E1E4A3">
                  <a:alpha val="71765"/>
                </a:srgbClr>
              </a:solidFill>
              <a:prstDash val="solid"/>
              <a:round/>
            </a:ln>
          </p:spPr>
        </p:sp>
        <p:sp>
          <p:nvSpPr>
            <p:cNvPr name="TextBox 9" id="9"/>
            <p:cNvSpPr txBox="true"/>
            <p:nvPr/>
          </p:nvSpPr>
          <p:spPr>
            <a:xfrm>
              <a:off x="0" y="66675"/>
              <a:ext cx="4669740" cy="225485"/>
            </a:xfrm>
            <a:prstGeom prst="rect">
              <a:avLst/>
            </a:prstGeom>
          </p:spPr>
          <p:txBody>
            <a:bodyPr anchor="ctr" rtlCol="false" tIns="50800" lIns="50800" bIns="50800" rIns="50800"/>
            <a:lstStyle/>
            <a:p>
              <a:pPr algn="ctr">
                <a:lnSpc>
                  <a:spcPts val="2374"/>
                </a:lnSpc>
              </a:pPr>
            </a:p>
          </p:txBody>
        </p:sp>
      </p:grpSp>
      <p:sp>
        <p:nvSpPr>
          <p:cNvPr name="Freeform 10" id="10"/>
          <p:cNvSpPr/>
          <p:nvPr/>
        </p:nvSpPr>
        <p:spPr>
          <a:xfrm flipH="false" flipV="false" rot="0">
            <a:off x="964902" y="591359"/>
            <a:ext cx="698634" cy="738856"/>
          </a:xfrm>
          <a:custGeom>
            <a:avLst/>
            <a:gdLst/>
            <a:ahLst/>
            <a:cxnLst/>
            <a:rect r="r" b="b" t="t" l="l"/>
            <a:pathLst>
              <a:path h="738856" w="698634">
                <a:moveTo>
                  <a:pt x="0" y="0"/>
                </a:moveTo>
                <a:lnTo>
                  <a:pt x="698634" y="0"/>
                </a:lnTo>
                <a:lnTo>
                  <a:pt x="698634" y="738856"/>
                </a:lnTo>
                <a:lnTo>
                  <a:pt x="0" y="7388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9393814" y="7578948"/>
            <a:ext cx="1515119" cy="1987042"/>
          </a:xfrm>
          <a:custGeom>
            <a:avLst/>
            <a:gdLst/>
            <a:ahLst/>
            <a:cxnLst/>
            <a:rect r="r" b="b" t="t" l="l"/>
            <a:pathLst>
              <a:path h="1987042" w="1515119">
                <a:moveTo>
                  <a:pt x="0" y="0"/>
                </a:moveTo>
                <a:lnTo>
                  <a:pt x="1515119" y="0"/>
                </a:lnTo>
                <a:lnTo>
                  <a:pt x="1515119" y="1987042"/>
                </a:lnTo>
                <a:lnTo>
                  <a:pt x="0" y="1987042"/>
                </a:lnTo>
                <a:lnTo>
                  <a:pt x="0" y="0"/>
                </a:lnTo>
                <a:close/>
              </a:path>
            </a:pathLst>
          </a:custGeom>
          <a:blipFill>
            <a:blip r:embed="rId7"/>
            <a:stretch>
              <a:fillRect l="0" t="0" r="0" b="0"/>
            </a:stretch>
          </a:blipFill>
        </p:spPr>
      </p:sp>
      <p:sp>
        <p:nvSpPr>
          <p:cNvPr name="Freeform 12" id="12"/>
          <p:cNvSpPr/>
          <p:nvPr/>
        </p:nvSpPr>
        <p:spPr>
          <a:xfrm flipH="false" flipV="false" rot="0">
            <a:off x="-488777" y="2171550"/>
            <a:ext cx="1535134" cy="1710456"/>
          </a:xfrm>
          <a:custGeom>
            <a:avLst/>
            <a:gdLst/>
            <a:ahLst/>
            <a:cxnLst/>
            <a:rect r="r" b="b" t="t" l="l"/>
            <a:pathLst>
              <a:path h="1710456" w="1535134">
                <a:moveTo>
                  <a:pt x="0" y="0"/>
                </a:moveTo>
                <a:lnTo>
                  <a:pt x="1535134" y="0"/>
                </a:lnTo>
                <a:lnTo>
                  <a:pt x="1535134" y="1710456"/>
                </a:lnTo>
                <a:lnTo>
                  <a:pt x="0" y="1710456"/>
                </a:lnTo>
                <a:lnTo>
                  <a:pt x="0" y="0"/>
                </a:lnTo>
                <a:close/>
              </a:path>
            </a:pathLst>
          </a:custGeom>
          <a:blipFill>
            <a:blip r:embed="rId8"/>
            <a:stretch>
              <a:fillRect l="0" t="0" r="0" b="0"/>
            </a:stretch>
          </a:blipFill>
        </p:spPr>
      </p:sp>
      <p:sp>
        <p:nvSpPr>
          <p:cNvPr name="Freeform 13" id="13"/>
          <p:cNvSpPr/>
          <p:nvPr/>
        </p:nvSpPr>
        <p:spPr>
          <a:xfrm flipH="false" flipV="false" rot="0">
            <a:off x="2255106" y="9520588"/>
            <a:ext cx="2507689" cy="1532825"/>
          </a:xfrm>
          <a:custGeom>
            <a:avLst/>
            <a:gdLst/>
            <a:ahLst/>
            <a:cxnLst/>
            <a:rect r="r" b="b" t="t" l="l"/>
            <a:pathLst>
              <a:path h="1532825" w="2507689">
                <a:moveTo>
                  <a:pt x="0" y="0"/>
                </a:moveTo>
                <a:lnTo>
                  <a:pt x="2507689" y="0"/>
                </a:lnTo>
                <a:lnTo>
                  <a:pt x="2507689" y="1532824"/>
                </a:lnTo>
                <a:lnTo>
                  <a:pt x="0" y="1532824"/>
                </a:lnTo>
                <a:lnTo>
                  <a:pt x="0" y="0"/>
                </a:lnTo>
                <a:close/>
              </a:path>
            </a:pathLst>
          </a:custGeom>
          <a:blipFill>
            <a:blip r:embed="rId9"/>
            <a:stretch>
              <a:fillRect l="0" t="0" r="0" b="0"/>
            </a:stretch>
          </a:blipFill>
        </p:spPr>
      </p:sp>
      <p:sp>
        <p:nvSpPr>
          <p:cNvPr name="TextBox 14" id="14"/>
          <p:cNvSpPr txBox="true"/>
          <p:nvPr/>
        </p:nvSpPr>
        <p:spPr>
          <a:xfrm rot="0">
            <a:off x="15544482"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MORE</a:t>
            </a:r>
          </a:p>
        </p:txBody>
      </p:sp>
      <p:sp>
        <p:nvSpPr>
          <p:cNvPr name="Freeform 15" id="15"/>
          <p:cNvSpPr/>
          <p:nvPr/>
        </p:nvSpPr>
        <p:spPr>
          <a:xfrm flipH="false" flipV="false" rot="-5400000">
            <a:off x="17251650" y="724825"/>
            <a:ext cx="1515119" cy="1987042"/>
          </a:xfrm>
          <a:custGeom>
            <a:avLst/>
            <a:gdLst/>
            <a:ahLst/>
            <a:cxnLst/>
            <a:rect r="r" b="b" t="t" l="l"/>
            <a:pathLst>
              <a:path h="1987042" w="1515119">
                <a:moveTo>
                  <a:pt x="0" y="0"/>
                </a:moveTo>
                <a:lnTo>
                  <a:pt x="1515120" y="0"/>
                </a:lnTo>
                <a:lnTo>
                  <a:pt x="1515120" y="1987042"/>
                </a:lnTo>
                <a:lnTo>
                  <a:pt x="0" y="1987042"/>
                </a:lnTo>
                <a:lnTo>
                  <a:pt x="0" y="0"/>
                </a:lnTo>
                <a:close/>
              </a:path>
            </a:pathLst>
          </a:custGeom>
          <a:blipFill>
            <a:blip r:embed="rId7"/>
            <a:stretch>
              <a:fillRect l="0" t="0" r="0" b="0"/>
            </a:stretch>
          </a:blipFill>
        </p:spPr>
      </p:sp>
      <p:sp>
        <p:nvSpPr>
          <p:cNvPr name="Freeform 16" id="16"/>
          <p:cNvSpPr/>
          <p:nvPr/>
        </p:nvSpPr>
        <p:spPr>
          <a:xfrm flipH="false" flipV="false" rot="0">
            <a:off x="2748507" y="4226256"/>
            <a:ext cx="4028576" cy="4114800"/>
          </a:xfrm>
          <a:custGeom>
            <a:avLst/>
            <a:gdLst/>
            <a:ahLst/>
            <a:cxnLst/>
            <a:rect r="r" b="b" t="t" l="l"/>
            <a:pathLst>
              <a:path h="4114800" w="4028576">
                <a:moveTo>
                  <a:pt x="0" y="0"/>
                </a:moveTo>
                <a:lnTo>
                  <a:pt x="4028576" y="0"/>
                </a:lnTo>
                <a:lnTo>
                  <a:pt x="402857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1992577" y="2614201"/>
            <a:ext cx="6010362" cy="889000"/>
          </a:xfrm>
          <a:prstGeom prst="rect">
            <a:avLst/>
          </a:prstGeom>
        </p:spPr>
        <p:txBody>
          <a:bodyPr anchor="t" rtlCol="false" tIns="0" lIns="0" bIns="0" rIns="0">
            <a:spAutoFit/>
          </a:bodyPr>
          <a:lstStyle/>
          <a:p>
            <a:pPr algn="ctr">
              <a:lnSpc>
                <a:spcPts val="6649"/>
              </a:lnSpc>
            </a:pPr>
            <a:r>
              <a:rPr lang="en-US" sz="6999" b="true">
                <a:solidFill>
                  <a:srgbClr val="42501D"/>
                </a:solidFill>
                <a:latin typeface="TT Fors Bold"/>
                <a:ea typeface="TT Fors Bold"/>
                <a:cs typeface="TT Fors Bold"/>
                <a:sym typeface="TT Fors Bold"/>
              </a:rPr>
              <a:t>Introduction</a:t>
            </a:r>
          </a:p>
        </p:txBody>
      </p:sp>
      <p:sp>
        <p:nvSpPr>
          <p:cNvPr name="TextBox 18" id="18"/>
          <p:cNvSpPr txBox="true"/>
          <p:nvPr/>
        </p:nvSpPr>
        <p:spPr>
          <a:xfrm rot="0">
            <a:off x="10196504" y="845384"/>
            <a:ext cx="1714818" cy="307958"/>
          </a:xfrm>
          <a:prstGeom prst="rect">
            <a:avLst/>
          </a:prstGeom>
        </p:spPr>
        <p:txBody>
          <a:bodyPr anchor="t" rtlCol="false" tIns="0" lIns="0" bIns="0" rIns="0">
            <a:spAutoFit/>
          </a:bodyPr>
          <a:lstStyle/>
          <a:p>
            <a:pPr algn="ctr">
              <a:lnSpc>
                <a:spcPts val="2374"/>
              </a:lnSpc>
            </a:pPr>
            <a:r>
              <a:rPr lang="en-US" b="true" sz="2499">
                <a:solidFill>
                  <a:srgbClr val="FFFFFF"/>
                </a:solidFill>
                <a:latin typeface="TT Fors Bold"/>
                <a:ea typeface="TT Fors Bold"/>
                <a:cs typeface="TT Fors Bold"/>
                <a:sym typeface="TT Fors Bold"/>
              </a:rPr>
              <a:t>HOME</a:t>
            </a:r>
          </a:p>
        </p:txBody>
      </p:sp>
      <p:sp>
        <p:nvSpPr>
          <p:cNvPr name="TextBox 19" id="19"/>
          <p:cNvSpPr txBox="true"/>
          <p:nvPr/>
        </p:nvSpPr>
        <p:spPr>
          <a:xfrm rot="0">
            <a:off x="12868707"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ABOUT</a:t>
            </a:r>
          </a:p>
        </p:txBody>
      </p:sp>
      <p:sp>
        <p:nvSpPr>
          <p:cNvPr name="TextBox 20" id="20"/>
          <p:cNvSpPr txBox="true"/>
          <p:nvPr/>
        </p:nvSpPr>
        <p:spPr>
          <a:xfrm rot="0">
            <a:off x="1794133" y="600884"/>
            <a:ext cx="1714818" cy="739808"/>
          </a:xfrm>
          <a:prstGeom prst="rect">
            <a:avLst/>
          </a:prstGeom>
        </p:spPr>
        <p:txBody>
          <a:bodyPr anchor="t" rtlCol="false" tIns="0" lIns="0" bIns="0" rIns="0">
            <a:spAutoFit/>
          </a:bodyPr>
          <a:lstStyle/>
          <a:p>
            <a:pPr algn="l">
              <a:lnSpc>
                <a:spcPts val="2949"/>
              </a:lnSpc>
            </a:pPr>
            <a:r>
              <a:rPr lang="en-US" sz="2499">
                <a:solidFill>
                  <a:srgbClr val="FFFFFF"/>
                </a:solidFill>
                <a:latin typeface="TT Fors"/>
                <a:ea typeface="TT Fors"/>
                <a:cs typeface="TT Fors"/>
                <a:sym typeface="TT Fors"/>
              </a:rPr>
              <a:t>LARANA GARDEN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grpSp>
        <p:nvGrpSpPr>
          <p:cNvPr name="Group 3" id="3"/>
          <p:cNvGrpSpPr/>
          <p:nvPr/>
        </p:nvGrpSpPr>
        <p:grpSpPr>
          <a:xfrm rot="0">
            <a:off x="9144000" y="1520673"/>
            <a:ext cx="9376071" cy="937607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78303" t="0" r="-78303" b="0"/>
              </a:stretch>
            </a:blipFill>
            <a:ln w="47625" cap="sq">
              <a:solidFill>
                <a:srgbClr val="42501D"/>
              </a:solidFill>
              <a:prstDash val="solid"/>
              <a:miter/>
            </a:ln>
          </p:spPr>
        </p:sp>
      </p:grpSp>
      <p:grpSp>
        <p:nvGrpSpPr>
          <p:cNvPr name="Group 5" id="5"/>
          <p:cNvGrpSpPr/>
          <p:nvPr/>
        </p:nvGrpSpPr>
        <p:grpSpPr>
          <a:xfrm rot="0">
            <a:off x="11911322" y="3882006"/>
            <a:ext cx="3919548" cy="391954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4906" t="0" r="-24906" b="0"/>
              </a:stretch>
            </a:blipFill>
            <a:ln w="47625" cap="sq">
              <a:solidFill>
                <a:srgbClr val="42501D"/>
              </a:solidFill>
              <a:prstDash val="solid"/>
              <a:miter/>
            </a:ln>
          </p:spPr>
        </p:sp>
      </p:grpSp>
      <p:grpSp>
        <p:nvGrpSpPr>
          <p:cNvPr name="Group 7" id="7"/>
          <p:cNvGrpSpPr/>
          <p:nvPr/>
        </p:nvGrpSpPr>
        <p:grpSpPr>
          <a:xfrm rot="0">
            <a:off x="278790" y="411377"/>
            <a:ext cx="17730420" cy="1109296"/>
            <a:chOff x="0" y="0"/>
            <a:chExt cx="4669740" cy="292160"/>
          </a:xfrm>
        </p:grpSpPr>
        <p:sp>
          <p:nvSpPr>
            <p:cNvPr name="Freeform 8" id="8"/>
            <p:cNvSpPr/>
            <p:nvPr/>
          </p:nvSpPr>
          <p:spPr>
            <a:xfrm flipH="false" flipV="false" rot="0">
              <a:off x="0" y="0"/>
              <a:ext cx="4669740" cy="292160"/>
            </a:xfrm>
            <a:custGeom>
              <a:avLst/>
              <a:gdLst/>
              <a:ahLst/>
              <a:cxnLst/>
              <a:rect r="r" b="b" t="t" l="l"/>
              <a:pathLst>
                <a:path h="292160" w="4669740">
                  <a:moveTo>
                    <a:pt x="33185" y="0"/>
                  </a:moveTo>
                  <a:lnTo>
                    <a:pt x="4636555" y="0"/>
                  </a:lnTo>
                  <a:cubicBezTo>
                    <a:pt x="4654883" y="0"/>
                    <a:pt x="4669740" y="14857"/>
                    <a:pt x="4669740" y="33185"/>
                  </a:cubicBezTo>
                  <a:lnTo>
                    <a:pt x="4669740" y="258975"/>
                  </a:lnTo>
                  <a:cubicBezTo>
                    <a:pt x="4669740" y="277303"/>
                    <a:pt x="4654883" y="292160"/>
                    <a:pt x="4636555" y="292160"/>
                  </a:cubicBezTo>
                  <a:lnTo>
                    <a:pt x="33185" y="292160"/>
                  </a:lnTo>
                  <a:cubicBezTo>
                    <a:pt x="24384" y="292160"/>
                    <a:pt x="15943" y="288664"/>
                    <a:pt x="9720" y="282441"/>
                  </a:cubicBezTo>
                  <a:cubicBezTo>
                    <a:pt x="3496" y="276217"/>
                    <a:pt x="0" y="267776"/>
                    <a:pt x="0" y="258975"/>
                  </a:cubicBezTo>
                  <a:lnTo>
                    <a:pt x="0" y="33185"/>
                  </a:lnTo>
                  <a:cubicBezTo>
                    <a:pt x="0" y="14857"/>
                    <a:pt x="14857" y="0"/>
                    <a:pt x="33185" y="0"/>
                  </a:cubicBezTo>
                  <a:close/>
                </a:path>
              </a:pathLst>
            </a:custGeom>
            <a:gradFill rotWithShape="true">
              <a:gsLst>
                <a:gs pos="0">
                  <a:srgbClr val="353E05">
                    <a:alpha val="72000"/>
                  </a:srgbClr>
                </a:gs>
                <a:gs pos="100000">
                  <a:srgbClr val="758A10">
                    <a:alpha val="72000"/>
                  </a:srgbClr>
                </a:gs>
              </a:gsLst>
              <a:lin ang="0"/>
            </a:gradFill>
            <a:ln w="19050" cap="rnd">
              <a:solidFill>
                <a:srgbClr val="E1E4A3">
                  <a:alpha val="71765"/>
                </a:srgbClr>
              </a:solidFill>
              <a:prstDash val="solid"/>
              <a:round/>
            </a:ln>
          </p:spPr>
        </p:sp>
        <p:sp>
          <p:nvSpPr>
            <p:cNvPr name="TextBox 9" id="9"/>
            <p:cNvSpPr txBox="true"/>
            <p:nvPr/>
          </p:nvSpPr>
          <p:spPr>
            <a:xfrm>
              <a:off x="0" y="66675"/>
              <a:ext cx="4669740" cy="225485"/>
            </a:xfrm>
            <a:prstGeom prst="rect">
              <a:avLst/>
            </a:prstGeom>
          </p:spPr>
          <p:txBody>
            <a:bodyPr anchor="ctr" rtlCol="false" tIns="50800" lIns="50800" bIns="50800" rIns="50800"/>
            <a:lstStyle/>
            <a:p>
              <a:pPr algn="ctr">
                <a:lnSpc>
                  <a:spcPts val="2374"/>
                </a:lnSpc>
              </a:pPr>
            </a:p>
          </p:txBody>
        </p:sp>
      </p:grpSp>
      <p:sp>
        <p:nvSpPr>
          <p:cNvPr name="Freeform 10" id="10"/>
          <p:cNvSpPr/>
          <p:nvPr/>
        </p:nvSpPr>
        <p:spPr>
          <a:xfrm flipH="false" flipV="false" rot="0">
            <a:off x="964902" y="591359"/>
            <a:ext cx="698634" cy="738856"/>
          </a:xfrm>
          <a:custGeom>
            <a:avLst/>
            <a:gdLst/>
            <a:ahLst/>
            <a:cxnLst/>
            <a:rect r="r" b="b" t="t" l="l"/>
            <a:pathLst>
              <a:path h="738856" w="698634">
                <a:moveTo>
                  <a:pt x="0" y="0"/>
                </a:moveTo>
                <a:lnTo>
                  <a:pt x="698634" y="0"/>
                </a:lnTo>
                <a:lnTo>
                  <a:pt x="698634" y="738856"/>
                </a:lnTo>
                <a:lnTo>
                  <a:pt x="0" y="7388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9393814" y="7578948"/>
            <a:ext cx="1515119" cy="1987042"/>
          </a:xfrm>
          <a:custGeom>
            <a:avLst/>
            <a:gdLst/>
            <a:ahLst/>
            <a:cxnLst/>
            <a:rect r="r" b="b" t="t" l="l"/>
            <a:pathLst>
              <a:path h="1987042" w="1515119">
                <a:moveTo>
                  <a:pt x="0" y="0"/>
                </a:moveTo>
                <a:lnTo>
                  <a:pt x="1515119" y="0"/>
                </a:lnTo>
                <a:lnTo>
                  <a:pt x="1515119" y="1987042"/>
                </a:lnTo>
                <a:lnTo>
                  <a:pt x="0" y="1987042"/>
                </a:lnTo>
                <a:lnTo>
                  <a:pt x="0" y="0"/>
                </a:lnTo>
                <a:close/>
              </a:path>
            </a:pathLst>
          </a:custGeom>
          <a:blipFill>
            <a:blip r:embed="rId7"/>
            <a:stretch>
              <a:fillRect l="0" t="0" r="0" b="0"/>
            </a:stretch>
          </a:blipFill>
        </p:spPr>
      </p:sp>
      <p:sp>
        <p:nvSpPr>
          <p:cNvPr name="Freeform 12" id="12"/>
          <p:cNvSpPr/>
          <p:nvPr/>
        </p:nvSpPr>
        <p:spPr>
          <a:xfrm flipH="false" flipV="false" rot="0">
            <a:off x="-488777" y="2171550"/>
            <a:ext cx="1535134" cy="1710456"/>
          </a:xfrm>
          <a:custGeom>
            <a:avLst/>
            <a:gdLst/>
            <a:ahLst/>
            <a:cxnLst/>
            <a:rect r="r" b="b" t="t" l="l"/>
            <a:pathLst>
              <a:path h="1710456" w="1535134">
                <a:moveTo>
                  <a:pt x="0" y="0"/>
                </a:moveTo>
                <a:lnTo>
                  <a:pt x="1535134" y="0"/>
                </a:lnTo>
                <a:lnTo>
                  <a:pt x="1535134" y="1710456"/>
                </a:lnTo>
                <a:lnTo>
                  <a:pt x="0" y="1710456"/>
                </a:lnTo>
                <a:lnTo>
                  <a:pt x="0" y="0"/>
                </a:lnTo>
                <a:close/>
              </a:path>
            </a:pathLst>
          </a:custGeom>
          <a:blipFill>
            <a:blip r:embed="rId8"/>
            <a:stretch>
              <a:fillRect l="0" t="0" r="0" b="0"/>
            </a:stretch>
          </a:blipFill>
        </p:spPr>
      </p:sp>
      <p:sp>
        <p:nvSpPr>
          <p:cNvPr name="Freeform 13" id="13"/>
          <p:cNvSpPr/>
          <p:nvPr/>
        </p:nvSpPr>
        <p:spPr>
          <a:xfrm flipH="false" flipV="false" rot="0">
            <a:off x="2255106" y="9520588"/>
            <a:ext cx="2507689" cy="1532825"/>
          </a:xfrm>
          <a:custGeom>
            <a:avLst/>
            <a:gdLst/>
            <a:ahLst/>
            <a:cxnLst/>
            <a:rect r="r" b="b" t="t" l="l"/>
            <a:pathLst>
              <a:path h="1532825" w="2507689">
                <a:moveTo>
                  <a:pt x="0" y="0"/>
                </a:moveTo>
                <a:lnTo>
                  <a:pt x="2507689" y="0"/>
                </a:lnTo>
                <a:lnTo>
                  <a:pt x="2507689" y="1532824"/>
                </a:lnTo>
                <a:lnTo>
                  <a:pt x="0" y="1532824"/>
                </a:lnTo>
                <a:lnTo>
                  <a:pt x="0" y="0"/>
                </a:lnTo>
                <a:close/>
              </a:path>
            </a:pathLst>
          </a:custGeom>
          <a:blipFill>
            <a:blip r:embed="rId9"/>
            <a:stretch>
              <a:fillRect l="0" t="0" r="0" b="0"/>
            </a:stretch>
          </a:blipFill>
        </p:spPr>
      </p:sp>
      <p:sp>
        <p:nvSpPr>
          <p:cNvPr name="TextBox 14" id="14"/>
          <p:cNvSpPr txBox="true"/>
          <p:nvPr/>
        </p:nvSpPr>
        <p:spPr>
          <a:xfrm rot="0">
            <a:off x="462957" y="2533056"/>
            <a:ext cx="8681043" cy="5023353"/>
          </a:xfrm>
          <a:prstGeom prst="rect">
            <a:avLst/>
          </a:prstGeom>
        </p:spPr>
        <p:txBody>
          <a:bodyPr anchor="t" rtlCol="false" tIns="0" lIns="0" bIns="0" rIns="0">
            <a:spAutoFit/>
          </a:bodyPr>
          <a:lstStyle/>
          <a:p>
            <a:pPr algn="ctr">
              <a:lnSpc>
                <a:spcPts val="2508"/>
              </a:lnSpc>
            </a:pPr>
            <a:r>
              <a:rPr lang="en-US" sz="2640" b="true">
                <a:solidFill>
                  <a:srgbClr val="FFFFFF"/>
                </a:solidFill>
                <a:latin typeface="TT Fors Bold"/>
                <a:ea typeface="TT Fors Bold"/>
                <a:cs typeface="TT Fors Bold"/>
                <a:sym typeface="TT Fors Bold"/>
              </a:rPr>
              <a:t>Definition-Seed Germination</a:t>
            </a:r>
            <a:r>
              <a:rPr lang="en-US" sz="2640" b="true">
                <a:solidFill>
                  <a:srgbClr val="FFFFFF"/>
                </a:solidFill>
                <a:latin typeface="TT Fors Bold"/>
                <a:ea typeface="TT Fors Bold"/>
                <a:cs typeface="TT Fors Bold"/>
                <a:sym typeface="TT Fors Bold"/>
              </a:rPr>
              <a:t>: Seed germination is the process by which a seed begins to grow and develop into a new plant. This intricate process starts when a seed absorbs water, causing it to swell and break through its outer coat. As the seed takes up water, metabolic processes are activated, leading to the growth of the embryonic plant within. The first visible sign of germination is often the emergence of the radicle, or young root, which anchors the plant and starts absorbing nutrients from the soil. The shoot then follows, pushing upwards towards the light. Germination requires the right combination of water, temperature, oxygen, and in some cases, light, to successfully transform a dormant seed into a thriving plant.</a:t>
            </a:r>
          </a:p>
        </p:txBody>
      </p:sp>
      <p:sp>
        <p:nvSpPr>
          <p:cNvPr name="TextBox 15" id="15"/>
          <p:cNvSpPr txBox="true"/>
          <p:nvPr/>
        </p:nvSpPr>
        <p:spPr>
          <a:xfrm rot="0">
            <a:off x="10196504" y="845384"/>
            <a:ext cx="1714818" cy="307958"/>
          </a:xfrm>
          <a:prstGeom prst="rect">
            <a:avLst/>
          </a:prstGeom>
        </p:spPr>
        <p:txBody>
          <a:bodyPr anchor="t" rtlCol="false" tIns="0" lIns="0" bIns="0" rIns="0">
            <a:spAutoFit/>
          </a:bodyPr>
          <a:lstStyle/>
          <a:p>
            <a:pPr algn="ctr">
              <a:lnSpc>
                <a:spcPts val="2374"/>
              </a:lnSpc>
            </a:pPr>
            <a:r>
              <a:rPr lang="en-US" b="true" sz="2499">
                <a:solidFill>
                  <a:srgbClr val="FFFFFF"/>
                </a:solidFill>
                <a:latin typeface="TT Fors Bold"/>
                <a:ea typeface="TT Fors Bold"/>
                <a:cs typeface="TT Fors Bold"/>
                <a:sym typeface="TT Fors Bold"/>
              </a:rPr>
              <a:t>HOME</a:t>
            </a:r>
          </a:p>
        </p:txBody>
      </p:sp>
      <p:sp>
        <p:nvSpPr>
          <p:cNvPr name="TextBox 16" id="16"/>
          <p:cNvSpPr txBox="true"/>
          <p:nvPr/>
        </p:nvSpPr>
        <p:spPr>
          <a:xfrm rot="0">
            <a:off x="12868707"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ABOUT</a:t>
            </a:r>
          </a:p>
        </p:txBody>
      </p:sp>
      <p:sp>
        <p:nvSpPr>
          <p:cNvPr name="TextBox 17" id="17"/>
          <p:cNvSpPr txBox="true"/>
          <p:nvPr/>
        </p:nvSpPr>
        <p:spPr>
          <a:xfrm rot="0">
            <a:off x="15544482"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MORE</a:t>
            </a:r>
          </a:p>
        </p:txBody>
      </p:sp>
      <p:sp>
        <p:nvSpPr>
          <p:cNvPr name="TextBox 18" id="18"/>
          <p:cNvSpPr txBox="true"/>
          <p:nvPr/>
        </p:nvSpPr>
        <p:spPr>
          <a:xfrm rot="0">
            <a:off x="1794133" y="600884"/>
            <a:ext cx="1714818" cy="739808"/>
          </a:xfrm>
          <a:prstGeom prst="rect">
            <a:avLst/>
          </a:prstGeom>
        </p:spPr>
        <p:txBody>
          <a:bodyPr anchor="t" rtlCol="false" tIns="0" lIns="0" bIns="0" rIns="0">
            <a:spAutoFit/>
          </a:bodyPr>
          <a:lstStyle/>
          <a:p>
            <a:pPr algn="l">
              <a:lnSpc>
                <a:spcPts val="2949"/>
              </a:lnSpc>
            </a:pPr>
            <a:r>
              <a:rPr lang="en-US" sz="2499">
                <a:solidFill>
                  <a:srgbClr val="FFFFFF"/>
                </a:solidFill>
                <a:latin typeface="TT Fors"/>
                <a:ea typeface="TT Fors"/>
                <a:cs typeface="TT Fors"/>
                <a:sym typeface="TT Fors"/>
              </a:rPr>
              <a:t>LARANA GARDEN</a:t>
            </a:r>
          </a:p>
        </p:txBody>
      </p:sp>
      <p:sp>
        <p:nvSpPr>
          <p:cNvPr name="Freeform 19" id="19"/>
          <p:cNvSpPr/>
          <p:nvPr/>
        </p:nvSpPr>
        <p:spPr>
          <a:xfrm flipH="false" flipV="false" rot="-5400000">
            <a:off x="17251650" y="724825"/>
            <a:ext cx="1515119" cy="1987042"/>
          </a:xfrm>
          <a:custGeom>
            <a:avLst/>
            <a:gdLst/>
            <a:ahLst/>
            <a:cxnLst/>
            <a:rect r="r" b="b" t="t" l="l"/>
            <a:pathLst>
              <a:path h="1987042" w="1515119">
                <a:moveTo>
                  <a:pt x="0" y="0"/>
                </a:moveTo>
                <a:lnTo>
                  <a:pt x="1515120" y="0"/>
                </a:lnTo>
                <a:lnTo>
                  <a:pt x="1515120" y="1987042"/>
                </a:lnTo>
                <a:lnTo>
                  <a:pt x="0" y="1987042"/>
                </a:lnTo>
                <a:lnTo>
                  <a:pt x="0" y="0"/>
                </a:lnTo>
                <a:close/>
              </a:path>
            </a:pathLst>
          </a:custGeom>
          <a:blipFill>
            <a:blip r:embed="rId7"/>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964902" y="591359"/>
            <a:ext cx="698634" cy="738856"/>
          </a:xfrm>
          <a:custGeom>
            <a:avLst/>
            <a:gdLst/>
            <a:ahLst/>
            <a:cxnLst/>
            <a:rect r="r" b="b" t="t" l="l"/>
            <a:pathLst>
              <a:path h="738856" w="698634">
                <a:moveTo>
                  <a:pt x="0" y="0"/>
                </a:moveTo>
                <a:lnTo>
                  <a:pt x="698634" y="0"/>
                </a:lnTo>
                <a:lnTo>
                  <a:pt x="698634" y="738856"/>
                </a:lnTo>
                <a:lnTo>
                  <a:pt x="0" y="7388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74206" y="1867562"/>
            <a:ext cx="1671006" cy="167100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6" id="6"/>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grpSp>
        <p:nvGrpSpPr>
          <p:cNvPr name="Group 7" id="7"/>
          <p:cNvGrpSpPr/>
          <p:nvPr/>
        </p:nvGrpSpPr>
        <p:grpSpPr>
          <a:xfrm rot="0">
            <a:off x="17291199" y="7482660"/>
            <a:ext cx="1671006" cy="167100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9" id="9"/>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grpSp>
        <p:nvGrpSpPr>
          <p:cNvPr name="Group 10" id="10"/>
          <p:cNvGrpSpPr/>
          <p:nvPr/>
        </p:nvGrpSpPr>
        <p:grpSpPr>
          <a:xfrm rot="0">
            <a:off x="421807" y="2949032"/>
            <a:ext cx="641282" cy="64128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12" id="12"/>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grpSp>
        <p:nvGrpSpPr>
          <p:cNvPr name="Group 13" id="13"/>
          <p:cNvGrpSpPr/>
          <p:nvPr/>
        </p:nvGrpSpPr>
        <p:grpSpPr>
          <a:xfrm rot="0">
            <a:off x="17259300" y="7291970"/>
            <a:ext cx="641282" cy="64128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15" id="15"/>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sp>
        <p:nvSpPr>
          <p:cNvPr name="Freeform 16" id="16"/>
          <p:cNvSpPr/>
          <p:nvPr/>
        </p:nvSpPr>
        <p:spPr>
          <a:xfrm flipH="false" flipV="false" rot="0">
            <a:off x="9398627" y="4203363"/>
            <a:ext cx="4069911" cy="4114800"/>
          </a:xfrm>
          <a:custGeom>
            <a:avLst/>
            <a:gdLst/>
            <a:ahLst/>
            <a:cxnLst/>
            <a:rect r="r" b="b" t="t" l="l"/>
            <a:pathLst>
              <a:path h="4114800" w="4069911">
                <a:moveTo>
                  <a:pt x="0" y="0"/>
                </a:moveTo>
                <a:lnTo>
                  <a:pt x="4069912" y="0"/>
                </a:lnTo>
                <a:lnTo>
                  <a:pt x="4069912"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3174289" y="4479349"/>
            <a:ext cx="4705073" cy="4114800"/>
          </a:xfrm>
          <a:custGeom>
            <a:avLst/>
            <a:gdLst/>
            <a:ahLst/>
            <a:cxnLst/>
            <a:rect r="r" b="b" t="t" l="l"/>
            <a:pathLst>
              <a:path h="4114800" w="4705073">
                <a:moveTo>
                  <a:pt x="0" y="0"/>
                </a:moveTo>
                <a:lnTo>
                  <a:pt x="4705073" y="0"/>
                </a:lnTo>
                <a:lnTo>
                  <a:pt x="4705073"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10196504" y="845384"/>
            <a:ext cx="1714818" cy="307958"/>
          </a:xfrm>
          <a:prstGeom prst="rect">
            <a:avLst/>
          </a:prstGeom>
        </p:spPr>
        <p:txBody>
          <a:bodyPr anchor="t" rtlCol="false" tIns="0" lIns="0" bIns="0" rIns="0">
            <a:spAutoFit/>
          </a:bodyPr>
          <a:lstStyle/>
          <a:p>
            <a:pPr algn="ctr">
              <a:lnSpc>
                <a:spcPts val="2374"/>
              </a:lnSpc>
            </a:pPr>
            <a:r>
              <a:rPr lang="en-US" b="true" sz="2499">
                <a:solidFill>
                  <a:srgbClr val="FFFFFF"/>
                </a:solidFill>
                <a:latin typeface="TT Fors Bold"/>
                <a:ea typeface="TT Fors Bold"/>
                <a:cs typeface="TT Fors Bold"/>
                <a:sym typeface="TT Fors Bold"/>
              </a:rPr>
              <a:t>HOME</a:t>
            </a:r>
          </a:p>
        </p:txBody>
      </p:sp>
      <p:sp>
        <p:nvSpPr>
          <p:cNvPr name="TextBox 19" id="19"/>
          <p:cNvSpPr txBox="true"/>
          <p:nvPr/>
        </p:nvSpPr>
        <p:spPr>
          <a:xfrm rot="0">
            <a:off x="12868707"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ABOUT</a:t>
            </a:r>
          </a:p>
        </p:txBody>
      </p:sp>
      <p:sp>
        <p:nvSpPr>
          <p:cNvPr name="TextBox 20" id="20"/>
          <p:cNvSpPr txBox="true"/>
          <p:nvPr/>
        </p:nvSpPr>
        <p:spPr>
          <a:xfrm rot="0">
            <a:off x="15544482"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MORE</a:t>
            </a:r>
          </a:p>
        </p:txBody>
      </p:sp>
      <p:sp>
        <p:nvSpPr>
          <p:cNvPr name="TextBox 21" id="21"/>
          <p:cNvSpPr txBox="true"/>
          <p:nvPr/>
        </p:nvSpPr>
        <p:spPr>
          <a:xfrm rot="0">
            <a:off x="4431842" y="2245685"/>
            <a:ext cx="10524922" cy="1023989"/>
          </a:xfrm>
          <a:prstGeom prst="rect">
            <a:avLst/>
          </a:prstGeom>
        </p:spPr>
        <p:txBody>
          <a:bodyPr anchor="t" rtlCol="false" tIns="0" lIns="0" bIns="0" rIns="0">
            <a:spAutoFit/>
          </a:bodyPr>
          <a:lstStyle/>
          <a:p>
            <a:pPr algn="ctr">
              <a:lnSpc>
                <a:spcPts val="8422"/>
              </a:lnSpc>
            </a:pPr>
            <a:r>
              <a:rPr lang="en-US" sz="6016" b="true">
                <a:solidFill>
                  <a:srgbClr val="FFFFFF"/>
                </a:solidFill>
                <a:latin typeface="Canva Sans Bold"/>
                <a:ea typeface="Canva Sans Bold"/>
                <a:cs typeface="Canva Sans Bold"/>
                <a:sym typeface="Canva Sans Bold"/>
              </a:rPr>
              <a:t>Stages of Germination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0196504" y="2128872"/>
            <a:ext cx="9376071" cy="937607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16666" r="0" b="-16666"/>
              </a:stretch>
            </a:blipFill>
            <a:ln w="47625" cap="sq">
              <a:solidFill>
                <a:srgbClr val="42501D"/>
              </a:solidFill>
              <a:prstDash val="solid"/>
              <a:miter/>
            </a:ln>
          </p:spPr>
        </p:sp>
      </p:grpSp>
      <p:grpSp>
        <p:nvGrpSpPr>
          <p:cNvPr name="Group 5" id="5"/>
          <p:cNvGrpSpPr/>
          <p:nvPr/>
        </p:nvGrpSpPr>
        <p:grpSpPr>
          <a:xfrm rot="0">
            <a:off x="1794133" y="3581276"/>
            <a:ext cx="2666444" cy="2259132"/>
            <a:chOff x="0" y="0"/>
            <a:chExt cx="702273" cy="594998"/>
          </a:xfrm>
        </p:grpSpPr>
        <p:sp>
          <p:nvSpPr>
            <p:cNvPr name="Freeform 6" id="6"/>
            <p:cNvSpPr/>
            <p:nvPr/>
          </p:nvSpPr>
          <p:spPr>
            <a:xfrm flipH="false" flipV="false" rot="0">
              <a:off x="0" y="0"/>
              <a:ext cx="702273" cy="594998"/>
            </a:xfrm>
            <a:custGeom>
              <a:avLst/>
              <a:gdLst/>
              <a:ahLst/>
              <a:cxnLst/>
              <a:rect r="r" b="b" t="t" l="l"/>
              <a:pathLst>
                <a:path h="594998" w="702273">
                  <a:moveTo>
                    <a:pt x="92911" y="0"/>
                  </a:moveTo>
                  <a:lnTo>
                    <a:pt x="609362" y="0"/>
                  </a:lnTo>
                  <a:cubicBezTo>
                    <a:pt x="660676" y="0"/>
                    <a:pt x="702273" y="41598"/>
                    <a:pt x="702273" y="92911"/>
                  </a:cubicBezTo>
                  <a:lnTo>
                    <a:pt x="702273" y="502087"/>
                  </a:lnTo>
                  <a:cubicBezTo>
                    <a:pt x="702273" y="526728"/>
                    <a:pt x="692484" y="550361"/>
                    <a:pt x="675060" y="567785"/>
                  </a:cubicBezTo>
                  <a:cubicBezTo>
                    <a:pt x="657636" y="585209"/>
                    <a:pt x="634004" y="594998"/>
                    <a:pt x="609362" y="594998"/>
                  </a:cubicBezTo>
                  <a:lnTo>
                    <a:pt x="92911" y="594998"/>
                  </a:lnTo>
                  <a:cubicBezTo>
                    <a:pt x="68269" y="594998"/>
                    <a:pt x="44637" y="585209"/>
                    <a:pt x="27213" y="567785"/>
                  </a:cubicBezTo>
                  <a:cubicBezTo>
                    <a:pt x="9789" y="550361"/>
                    <a:pt x="0" y="526728"/>
                    <a:pt x="0" y="502087"/>
                  </a:cubicBezTo>
                  <a:lnTo>
                    <a:pt x="0" y="92911"/>
                  </a:lnTo>
                  <a:cubicBezTo>
                    <a:pt x="0" y="68269"/>
                    <a:pt x="9789" y="44637"/>
                    <a:pt x="27213" y="27213"/>
                  </a:cubicBezTo>
                  <a:cubicBezTo>
                    <a:pt x="44637" y="9789"/>
                    <a:pt x="68269" y="0"/>
                    <a:pt x="92911" y="0"/>
                  </a:cubicBezTo>
                  <a:close/>
                </a:path>
              </a:pathLst>
            </a:custGeom>
            <a:solidFill>
              <a:srgbClr val="1D2515">
                <a:alpha val="44706"/>
              </a:srgbClr>
            </a:solidFill>
            <a:ln cap="rnd">
              <a:noFill/>
              <a:prstDash val="solid"/>
              <a:round/>
            </a:ln>
          </p:spPr>
        </p:sp>
        <p:sp>
          <p:nvSpPr>
            <p:cNvPr name="TextBox 7" id="7"/>
            <p:cNvSpPr txBox="true"/>
            <p:nvPr/>
          </p:nvSpPr>
          <p:spPr>
            <a:xfrm>
              <a:off x="0" y="66675"/>
              <a:ext cx="702273" cy="528323"/>
            </a:xfrm>
            <a:prstGeom prst="rect">
              <a:avLst/>
            </a:prstGeom>
          </p:spPr>
          <p:txBody>
            <a:bodyPr anchor="ctr" rtlCol="false" tIns="50800" lIns="50800" bIns="50800" rIns="50800"/>
            <a:lstStyle/>
            <a:p>
              <a:pPr algn="ctr">
                <a:lnSpc>
                  <a:spcPts val="2374"/>
                </a:lnSpc>
              </a:pPr>
            </a:p>
          </p:txBody>
        </p:sp>
      </p:grpSp>
      <p:grpSp>
        <p:nvGrpSpPr>
          <p:cNvPr name="Group 8" id="8"/>
          <p:cNvGrpSpPr/>
          <p:nvPr/>
        </p:nvGrpSpPr>
        <p:grpSpPr>
          <a:xfrm rot="0">
            <a:off x="4750520" y="3581276"/>
            <a:ext cx="2666444" cy="2259132"/>
            <a:chOff x="0" y="0"/>
            <a:chExt cx="702273" cy="594998"/>
          </a:xfrm>
        </p:grpSpPr>
        <p:sp>
          <p:nvSpPr>
            <p:cNvPr name="Freeform 9" id="9"/>
            <p:cNvSpPr/>
            <p:nvPr/>
          </p:nvSpPr>
          <p:spPr>
            <a:xfrm flipH="false" flipV="false" rot="0">
              <a:off x="0" y="0"/>
              <a:ext cx="702273" cy="594998"/>
            </a:xfrm>
            <a:custGeom>
              <a:avLst/>
              <a:gdLst/>
              <a:ahLst/>
              <a:cxnLst/>
              <a:rect r="r" b="b" t="t" l="l"/>
              <a:pathLst>
                <a:path h="594998" w="702273">
                  <a:moveTo>
                    <a:pt x="92911" y="0"/>
                  </a:moveTo>
                  <a:lnTo>
                    <a:pt x="609362" y="0"/>
                  </a:lnTo>
                  <a:cubicBezTo>
                    <a:pt x="660676" y="0"/>
                    <a:pt x="702273" y="41598"/>
                    <a:pt x="702273" y="92911"/>
                  </a:cubicBezTo>
                  <a:lnTo>
                    <a:pt x="702273" y="502087"/>
                  </a:lnTo>
                  <a:cubicBezTo>
                    <a:pt x="702273" y="526728"/>
                    <a:pt x="692484" y="550361"/>
                    <a:pt x="675060" y="567785"/>
                  </a:cubicBezTo>
                  <a:cubicBezTo>
                    <a:pt x="657636" y="585209"/>
                    <a:pt x="634004" y="594998"/>
                    <a:pt x="609362" y="594998"/>
                  </a:cubicBezTo>
                  <a:lnTo>
                    <a:pt x="92911" y="594998"/>
                  </a:lnTo>
                  <a:cubicBezTo>
                    <a:pt x="68269" y="594998"/>
                    <a:pt x="44637" y="585209"/>
                    <a:pt x="27213" y="567785"/>
                  </a:cubicBezTo>
                  <a:cubicBezTo>
                    <a:pt x="9789" y="550361"/>
                    <a:pt x="0" y="526728"/>
                    <a:pt x="0" y="502087"/>
                  </a:cubicBezTo>
                  <a:lnTo>
                    <a:pt x="0" y="92911"/>
                  </a:lnTo>
                  <a:cubicBezTo>
                    <a:pt x="0" y="68269"/>
                    <a:pt x="9789" y="44637"/>
                    <a:pt x="27213" y="27213"/>
                  </a:cubicBezTo>
                  <a:cubicBezTo>
                    <a:pt x="44637" y="9789"/>
                    <a:pt x="68269" y="0"/>
                    <a:pt x="92911" y="0"/>
                  </a:cubicBezTo>
                  <a:close/>
                </a:path>
              </a:pathLst>
            </a:custGeom>
            <a:solidFill>
              <a:srgbClr val="1D2515">
                <a:alpha val="44706"/>
              </a:srgbClr>
            </a:solidFill>
            <a:ln cap="rnd">
              <a:noFill/>
              <a:prstDash val="solid"/>
              <a:round/>
            </a:ln>
          </p:spPr>
        </p:sp>
        <p:sp>
          <p:nvSpPr>
            <p:cNvPr name="TextBox 10" id="10"/>
            <p:cNvSpPr txBox="true"/>
            <p:nvPr/>
          </p:nvSpPr>
          <p:spPr>
            <a:xfrm>
              <a:off x="0" y="66675"/>
              <a:ext cx="702273" cy="528323"/>
            </a:xfrm>
            <a:prstGeom prst="rect">
              <a:avLst/>
            </a:prstGeom>
          </p:spPr>
          <p:txBody>
            <a:bodyPr anchor="ctr" rtlCol="false" tIns="50800" lIns="50800" bIns="50800" rIns="50800"/>
            <a:lstStyle/>
            <a:p>
              <a:pPr algn="ctr">
                <a:lnSpc>
                  <a:spcPts val="2374"/>
                </a:lnSpc>
              </a:pPr>
            </a:p>
          </p:txBody>
        </p:sp>
      </p:grpSp>
      <p:grpSp>
        <p:nvGrpSpPr>
          <p:cNvPr name="Group 11" id="11"/>
          <p:cNvGrpSpPr/>
          <p:nvPr/>
        </p:nvGrpSpPr>
        <p:grpSpPr>
          <a:xfrm rot="0">
            <a:off x="1794133" y="6078533"/>
            <a:ext cx="2666444" cy="2259132"/>
            <a:chOff x="0" y="0"/>
            <a:chExt cx="702273" cy="594998"/>
          </a:xfrm>
        </p:grpSpPr>
        <p:sp>
          <p:nvSpPr>
            <p:cNvPr name="Freeform 12" id="12"/>
            <p:cNvSpPr/>
            <p:nvPr/>
          </p:nvSpPr>
          <p:spPr>
            <a:xfrm flipH="false" flipV="false" rot="0">
              <a:off x="0" y="0"/>
              <a:ext cx="702273" cy="594998"/>
            </a:xfrm>
            <a:custGeom>
              <a:avLst/>
              <a:gdLst/>
              <a:ahLst/>
              <a:cxnLst/>
              <a:rect r="r" b="b" t="t" l="l"/>
              <a:pathLst>
                <a:path h="594998" w="702273">
                  <a:moveTo>
                    <a:pt x="92911" y="0"/>
                  </a:moveTo>
                  <a:lnTo>
                    <a:pt x="609362" y="0"/>
                  </a:lnTo>
                  <a:cubicBezTo>
                    <a:pt x="660676" y="0"/>
                    <a:pt x="702273" y="41598"/>
                    <a:pt x="702273" y="92911"/>
                  </a:cubicBezTo>
                  <a:lnTo>
                    <a:pt x="702273" y="502087"/>
                  </a:lnTo>
                  <a:cubicBezTo>
                    <a:pt x="702273" y="526728"/>
                    <a:pt x="692484" y="550361"/>
                    <a:pt x="675060" y="567785"/>
                  </a:cubicBezTo>
                  <a:cubicBezTo>
                    <a:pt x="657636" y="585209"/>
                    <a:pt x="634004" y="594998"/>
                    <a:pt x="609362" y="594998"/>
                  </a:cubicBezTo>
                  <a:lnTo>
                    <a:pt x="92911" y="594998"/>
                  </a:lnTo>
                  <a:cubicBezTo>
                    <a:pt x="68269" y="594998"/>
                    <a:pt x="44637" y="585209"/>
                    <a:pt x="27213" y="567785"/>
                  </a:cubicBezTo>
                  <a:cubicBezTo>
                    <a:pt x="9789" y="550361"/>
                    <a:pt x="0" y="526728"/>
                    <a:pt x="0" y="502087"/>
                  </a:cubicBezTo>
                  <a:lnTo>
                    <a:pt x="0" y="92911"/>
                  </a:lnTo>
                  <a:cubicBezTo>
                    <a:pt x="0" y="68269"/>
                    <a:pt x="9789" y="44637"/>
                    <a:pt x="27213" y="27213"/>
                  </a:cubicBezTo>
                  <a:cubicBezTo>
                    <a:pt x="44637" y="9789"/>
                    <a:pt x="68269" y="0"/>
                    <a:pt x="92911" y="0"/>
                  </a:cubicBezTo>
                  <a:close/>
                </a:path>
              </a:pathLst>
            </a:custGeom>
            <a:solidFill>
              <a:srgbClr val="1D2515">
                <a:alpha val="44706"/>
              </a:srgbClr>
            </a:solidFill>
            <a:ln cap="rnd">
              <a:noFill/>
              <a:prstDash val="solid"/>
              <a:round/>
            </a:ln>
          </p:spPr>
        </p:sp>
        <p:sp>
          <p:nvSpPr>
            <p:cNvPr name="TextBox 13" id="13"/>
            <p:cNvSpPr txBox="true"/>
            <p:nvPr/>
          </p:nvSpPr>
          <p:spPr>
            <a:xfrm>
              <a:off x="0" y="66675"/>
              <a:ext cx="702273" cy="528323"/>
            </a:xfrm>
            <a:prstGeom prst="rect">
              <a:avLst/>
            </a:prstGeom>
          </p:spPr>
          <p:txBody>
            <a:bodyPr anchor="ctr" rtlCol="false" tIns="50800" lIns="50800" bIns="50800" rIns="50800"/>
            <a:lstStyle/>
            <a:p>
              <a:pPr algn="ctr">
                <a:lnSpc>
                  <a:spcPts val="2374"/>
                </a:lnSpc>
              </a:pPr>
            </a:p>
          </p:txBody>
        </p:sp>
      </p:grpSp>
      <p:grpSp>
        <p:nvGrpSpPr>
          <p:cNvPr name="Group 14" id="14"/>
          <p:cNvGrpSpPr/>
          <p:nvPr/>
        </p:nvGrpSpPr>
        <p:grpSpPr>
          <a:xfrm rot="0">
            <a:off x="4750520" y="6078533"/>
            <a:ext cx="2666444" cy="2259132"/>
            <a:chOff x="0" y="0"/>
            <a:chExt cx="702273" cy="594998"/>
          </a:xfrm>
        </p:grpSpPr>
        <p:sp>
          <p:nvSpPr>
            <p:cNvPr name="Freeform 15" id="15"/>
            <p:cNvSpPr/>
            <p:nvPr/>
          </p:nvSpPr>
          <p:spPr>
            <a:xfrm flipH="false" flipV="false" rot="0">
              <a:off x="0" y="0"/>
              <a:ext cx="702273" cy="594998"/>
            </a:xfrm>
            <a:custGeom>
              <a:avLst/>
              <a:gdLst/>
              <a:ahLst/>
              <a:cxnLst/>
              <a:rect r="r" b="b" t="t" l="l"/>
              <a:pathLst>
                <a:path h="594998" w="702273">
                  <a:moveTo>
                    <a:pt x="92911" y="0"/>
                  </a:moveTo>
                  <a:lnTo>
                    <a:pt x="609362" y="0"/>
                  </a:lnTo>
                  <a:cubicBezTo>
                    <a:pt x="660676" y="0"/>
                    <a:pt x="702273" y="41598"/>
                    <a:pt x="702273" y="92911"/>
                  </a:cubicBezTo>
                  <a:lnTo>
                    <a:pt x="702273" y="502087"/>
                  </a:lnTo>
                  <a:cubicBezTo>
                    <a:pt x="702273" y="526728"/>
                    <a:pt x="692484" y="550361"/>
                    <a:pt x="675060" y="567785"/>
                  </a:cubicBezTo>
                  <a:cubicBezTo>
                    <a:pt x="657636" y="585209"/>
                    <a:pt x="634004" y="594998"/>
                    <a:pt x="609362" y="594998"/>
                  </a:cubicBezTo>
                  <a:lnTo>
                    <a:pt x="92911" y="594998"/>
                  </a:lnTo>
                  <a:cubicBezTo>
                    <a:pt x="68269" y="594998"/>
                    <a:pt x="44637" y="585209"/>
                    <a:pt x="27213" y="567785"/>
                  </a:cubicBezTo>
                  <a:cubicBezTo>
                    <a:pt x="9789" y="550361"/>
                    <a:pt x="0" y="526728"/>
                    <a:pt x="0" y="502087"/>
                  </a:cubicBezTo>
                  <a:lnTo>
                    <a:pt x="0" y="92911"/>
                  </a:lnTo>
                  <a:cubicBezTo>
                    <a:pt x="0" y="68269"/>
                    <a:pt x="9789" y="44637"/>
                    <a:pt x="27213" y="27213"/>
                  </a:cubicBezTo>
                  <a:cubicBezTo>
                    <a:pt x="44637" y="9789"/>
                    <a:pt x="68269" y="0"/>
                    <a:pt x="92911" y="0"/>
                  </a:cubicBezTo>
                  <a:close/>
                </a:path>
              </a:pathLst>
            </a:custGeom>
            <a:solidFill>
              <a:srgbClr val="1D2515">
                <a:alpha val="44706"/>
              </a:srgbClr>
            </a:solidFill>
            <a:ln cap="rnd">
              <a:noFill/>
              <a:prstDash val="solid"/>
              <a:round/>
            </a:ln>
          </p:spPr>
        </p:sp>
        <p:sp>
          <p:nvSpPr>
            <p:cNvPr name="TextBox 16" id="16"/>
            <p:cNvSpPr txBox="true"/>
            <p:nvPr/>
          </p:nvSpPr>
          <p:spPr>
            <a:xfrm>
              <a:off x="0" y="66675"/>
              <a:ext cx="702273" cy="528323"/>
            </a:xfrm>
            <a:prstGeom prst="rect">
              <a:avLst/>
            </a:prstGeom>
          </p:spPr>
          <p:txBody>
            <a:bodyPr anchor="ctr" rtlCol="false" tIns="50800" lIns="50800" bIns="50800" rIns="50800"/>
            <a:lstStyle/>
            <a:p>
              <a:pPr algn="ctr">
                <a:lnSpc>
                  <a:spcPts val="2374"/>
                </a:lnSpc>
              </a:pPr>
            </a:p>
          </p:txBody>
        </p:sp>
      </p:grpSp>
      <p:grpSp>
        <p:nvGrpSpPr>
          <p:cNvPr name="Group 17" id="17"/>
          <p:cNvGrpSpPr/>
          <p:nvPr/>
        </p:nvGrpSpPr>
        <p:grpSpPr>
          <a:xfrm rot="0">
            <a:off x="278790" y="411377"/>
            <a:ext cx="17730420" cy="1109296"/>
            <a:chOff x="0" y="0"/>
            <a:chExt cx="4669740" cy="292160"/>
          </a:xfrm>
        </p:grpSpPr>
        <p:sp>
          <p:nvSpPr>
            <p:cNvPr name="Freeform 18" id="18"/>
            <p:cNvSpPr/>
            <p:nvPr/>
          </p:nvSpPr>
          <p:spPr>
            <a:xfrm flipH="false" flipV="false" rot="0">
              <a:off x="0" y="0"/>
              <a:ext cx="4669740" cy="292160"/>
            </a:xfrm>
            <a:custGeom>
              <a:avLst/>
              <a:gdLst/>
              <a:ahLst/>
              <a:cxnLst/>
              <a:rect r="r" b="b" t="t" l="l"/>
              <a:pathLst>
                <a:path h="292160" w="4669740">
                  <a:moveTo>
                    <a:pt x="33185" y="0"/>
                  </a:moveTo>
                  <a:lnTo>
                    <a:pt x="4636555" y="0"/>
                  </a:lnTo>
                  <a:cubicBezTo>
                    <a:pt x="4654883" y="0"/>
                    <a:pt x="4669740" y="14857"/>
                    <a:pt x="4669740" y="33185"/>
                  </a:cubicBezTo>
                  <a:lnTo>
                    <a:pt x="4669740" y="258975"/>
                  </a:lnTo>
                  <a:cubicBezTo>
                    <a:pt x="4669740" y="277303"/>
                    <a:pt x="4654883" y="292160"/>
                    <a:pt x="4636555" y="292160"/>
                  </a:cubicBezTo>
                  <a:lnTo>
                    <a:pt x="33185" y="292160"/>
                  </a:lnTo>
                  <a:cubicBezTo>
                    <a:pt x="24384" y="292160"/>
                    <a:pt x="15943" y="288664"/>
                    <a:pt x="9720" y="282441"/>
                  </a:cubicBezTo>
                  <a:cubicBezTo>
                    <a:pt x="3496" y="276217"/>
                    <a:pt x="0" y="267776"/>
                    <a:pt x="0" y="258975"/>
                  </a:cubicBezTo>
                  <a:lnTo>
                    <a:pt x="0" y="33185"/>
                  </a:lnTo>
                  <a:cubicBezTo>
                    <a:pt x="0" y="14857"/>
                    <a:pt x="14857" y="0"/>
                    <a:pt x="33185" y="0"/>
                  </a:cubicBezTo>
                  <a:close/>
                </a:path>
              </a:pathLst>
            </a:custGeom>
            <a:gradFill rotWithShape="true">
              <a:gsLst>
                <a:gs pos="0">
                  <a:srgbClr val="353E05">
                    <a:alpha val="72000"/>
                  </a:srgbClr>
                </a:gs>
                <a:gs pos="100000">
                  <a:srgbClr val="758A10">
                    <a:alpha val="72000"/>
                  </a:srgbClr>
                </a:gs>
              </a:gsLst>
              <a:lin ang="0"/>
            </a:gradFill>
            <a:ln w="19050" cap="rnd">
              <a:solidFill>
                <a:srgbClr val="E1E4A3">
                  <a:alpha val="71765"/>
                </a:srgbClr>
              </a:solidFill>
              <a:prstDash val="solid"/>
              <a:round/>
            </a:ln>
          </p:spPr>
        </p:sp>
        <p:sp>
          <p:nvSpPr>
            <p:cNvPr name="TextBox 19" id="19"/>
            <p:cNvSpPr txBox="true"/>
            <p:nvPr/>
          </p:nvSpPr>
          <p:spPr>
            <a:xfrm>
              <a:off x="0" y="66675"/>
              <a:ext cx="4669740" cy="225485"/>
            </a:xfrm>
            <a:prstGeom prst="rect">
              <a:avLst/>
            </a:prstGeom>
          </p:spPr>
          <p:txBody>
            <a:bodyPr anchor="ctr" rtlCol="false" tIns="50800" lIns="50800" bIns="50800" rIns="50800"/>
            <a:lstStyle/>
            <a:p>
              <a:pPr algn="ctr">
                <a:lnSpc>
                  <a:spcPts val="2374"/>
                </a:lnSpc>
              </a:pPr>
            </a:p>
          </p:txBody>
        </p:sp>
      </p:grpSp>
      <p:sp>
        <p:nvSpPr>
          <p:cNvPr name="Freeform 20" id="20"/>
          <p:cNvSpPr/>
          <p:nvPr/>
        </p:nvSpPr>
        <p:spPr>
          <a:xfrm flipH="false" flipV="false" rot="0">
            <a:off x="964902" y="591359"/>
            <a:ext cx="698634" cy="738856"/>
          </a:xfrm>
          <a:custGeom>
            <a:avLst/>
            <a:gdLst/>
            <a:ahLst/>
            <a:cxnLst/>
            <a:rect r="r" b="b" t="t" l="l"/>
            <a:pathLst>
              <a:path h="738856" w="698634">
                <a:moveTo>
                  <a:pt x="0" y="0"/>
                </a:moveTo>
                <a:lnTo>
                  <a:pt x="698634" y="0"/>
                </a:lnTo>
                <a:lnTo>
                  <a:pt x="698634" y="738856"/>
                </a:lnTo>
                <a:lnTo>
                  <a:pt x="0" y="7388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2532652" y="3952417"/>
            <a:ext cx="1189406" cy="1122367"/>
          </a:xfrm>
          <a:custGeom>
            <a:avLst/>
            <a:gdLst/>
            <a:ahLst/>
            <a:cxnLst/>
            <a:rect r="r" b="b" t="t" l="l"/>
            <a:pathLst>
              <a:path h="1122367" w="1189406">
                <a:moveTo>
                  <a:pt x="0" y="0"/>
                </a:moveTo>
                <a:lnTo>
                  <a:pt x="1189406" y="0"/>
                </a:lnTo>
                <a:lnTo>
                  <a:pt x="1189406" y="1122367"/>
                </a:lnTo>
                <a:lnTo>
                  <a:pt x="0" y="11223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5756063" y="3832309"/>
            <a:ext cx="655357" cy="1242475"/>
          </a:xfrm>
          <a:custGeom>
            <a:avLst/>
            <a:gdLst/>
            <a:ahLst/>
            <a:cxnLst/>
            <a:rect r="r" b="b" t="t" l="l"/>
            <a:pathLst>
              <a:path h="1242475" w="655357">
                <a:moveTo>
                  <a:pt x="0" y="0"/>
                </a:moveTo>
                <a:lnTo>
                  <a:pt x="655357" y="0"/>
                </a:lnTo>
                <a:lnTo>
                  <a:pt x="655357" y="1242475"/>
                </a:lnTo>
                <a:lnTo>
                  <a:pt x="0" y="12424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2248605" y="6777673"/>
            <a:ext cx="1757499" cy="642286"/>
          </a:xfrm>
          <a:custGeom>
            <a:avLst/>
            <a:gdLst/>
            <a:ahLst/>
            <a:cxnLst/>
            <a:rect r="r" b="b" t="t" l="l"/>
            <a:pathLst>
              <a:path h="642286" w="1757499">
                <a:moveTo>
                  <a:pt x="0" y="0"/>
                </a:moveTo>
                <a:lnTo>
                  <a:pt x="1757499" y="0"/>
                </a:lnTo>
                <a:lnTo>
                  <a:pt x="1757499" y="642286"/>
                </a:lnTo>
                <a:lnTo>
                  <a:pt x="0" y="6422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5251036" y="6777673"/>
            <a:ext cx="1488565" cy="571237"/>
          </a:xfrm>
          <a:custGeom>
            <a:avLst/>
            <a:gdLst/>
            <a:ahLst/>
            <a:cxnLst/>
            <a:rect r="r" b="b" t="t" l="l"/>
            <a:pathLst>
              <a:path h="571237" w="1488565">
                <a:moveTo>
                  <a:pt x="0" y="0"/>
                </a:moveTo>
                <a:lnTo>
                  <a:pt x="1488565" y="0"/>
                </a:lnTo>
                <a:lnTo>
                  <a:pt x="1488565" y="571237"/>
                </a:lnTo>
                <a:lnTo>
                  <a:pt x="0" y="571237"/>
                </a:lnTo>
                <a:lnTo>
                  <a:pt x="0" y="0"/>
                </a:lnTo>
                <a:close/>
              </a:path>
            </a:pathLst>
          </a:custGeom>
          <a:blipFill>
            <a:blip r:embed="rId12"/>
            <a:stretch>
              <a:fillRect l="0" t="0" r="0" b="0"/>
            </a:stretch>
          </a:blipFill>
        </p:spPr>
      </p:sp>
      <p:sp>
        <p:nvSpPr>
          <p:cNvPr name="TextBox 25" id="25"/>
          <p:cNvSpPr txBox="true"/>
          <p:nvPr/>
        </p:nvSpPr>
        <p:spPr>
          <a:xfrm rot="0">
            <a:off x="1794133" y="2454299"/>
            <a:ext cx="7679502" cy="889033"/>
          </a:xfrm>
          <a:prstGeom prst="rect">
            <a:avLst/>
          </a:prstGeom>
        </p:spPr>
        <p:txBody>
          <a:bodyPr anchor="t" rtlCol="false" tIns="0" lIns="0" bIns="0" rIns="0">
            <a:spAutoFit/>
          </a:bodyPr>
          <a:lstStyle/>
          <a:p>
            <a:pPr algn="l">
              <a:lnSpc>
                <a:spcPts val="6649"/>
              </a:lnSpc>
            </a:pPr>
            <a:r>
              <a:rPr lang="en-US" sz="6999" b="true">
                <a:solidFill>
                  <a:srgbClr val="FFFFFF"/>
                </a:solidFill>
                <a:latin typeface="TT Fors Bold"/>
                <a:ea typeface="TT Fors Bold"/>
                <a:cs typeface="TT Fors Bold"/>
                <a:sym typeface="TT Fors Bold"/>
              </a:rPr>
              <a:t>Soil Preparation</a:t>
            </a:r>
          </a:p>
        </p:txBody>
      </p:sp>
      <p:sp>
        <p:nvSpPr>
          <p:cNvPr name="TextBox 26" id="26"/>
          <p:cNvSpPr txBox="true"/>
          <p:nvPr/>
        </p:nvSpPr>
        <p:spPr>
          <a:xfrm rot="0">
            <a:off x="2003386" y="5189253"/>
            <a:ext cx="2247938" cy="297798"/>
          </a:xfrm>
          <a:prstGeom prst="rect">
            <a:avLst/>
          </a:prstGeom>
        </p:spPr>
        <p:txBody>
          <a:bodyPr anchor="t" rtlCol="false" tIns="0" lIns="0" bIns="0" rIns="0">
            <a:spAutoFit/>
          </a:bodyPr>
          <a:lstStyle/>
          <a:p>
            <a:pPr algn="ctr">
              <a:lnSpc>
                <a:spcPts val="2380"/>
              </a:lnSpc>
            </a:pPr>
            <a:r>
              <a:rPr lang="en-US" sz="2000" b="true">
                <a:solidFill>
                  <a:srgbClr val="FFFFFF"/>
                </a:solidFill>
                <a:latin typeface="TT Fors Bold"/>
                <a:ea typeface="TT Fors Bold"/>
                <a:cs typeface="TT Fors Bold"/>
                <a:sym typeface="TT Fors Bold"/>
              </a:rPr>
              <a:t>Types of soil </a:t>
            </a:r>
          </a:p>
        </p:txBody>
      </p:sp>
      <p:sp>
        <p:nvSpPr>
          <p:cNvPr name="TextBox 27" id="27"/>
          <p:cNvSpPr txBox="true"/>
          <p:nvPr/>
        </p:nvSpPr>
        <p:spPr>
          <a:xfrm rot="0">
            <a:off x="4959772" y="5189253"/>
            <a:ext cx="2247938" cy="297798"/>
          </a:xfrm>
          <a:prstGeom prst="rect">
            <a:avLst/>
          </a:prstGeom>
        </p:spPr>
        <p:txBody>
          <a:bodyPr anchor="t" rtlCol="false" tIns="0" lIns="0" bIns="0" rIns="0">
            <a:spAutoFit/>
          </a:bodyPr>
          <a:lstStyle/>
          <a:p>
            <a:pPr algn="ctr">
              <a:lnSpc>
                <a:spcPts val="2380"/>
              </a:lnSpc>
            </a:pPr>
            <a:r>
              <a:rPr lang="en-US" sz="2000" b="true">
                <a:solidFill>
                  <a:srgbClr val="FFFFFF"/>
                </a:solidFill>
                <a:latin typeface="TT Fors Bold"/>
                <a:ea typeface="TT Fors Bold"/>
                <a:cs typeface="TT Fors Bold"/>
                <a:sym typeface="TT Fors Bold"/>
              </a:rPr>
              <a:t>Testing pH</a:t>
            </a:r>
          </a:p>
        </p:txBody>
      </p:sp>
      <p:sp>
        <p:nvSpPr>
          <p:cNvPr name="TextBox 28" id="28"/>
          <p:cNvSpPr txBox="true"/>
          <p:nvPr/>
        </p:nvSpPr>
        <p:spPr>
          <a:xfrm rot="0">
            <a:off x="2003386" y="7686510"/>
            <a:ext cx="2247938" cy="297798"/>
          </a:xfrm>
          <a:prstGeom prst="rect">
            <a:avLst/>
          </a:prstGeom>
        </p:spPr>
        <p:txBody>
          <a:bodyPr anchor="t" rtlCol="false" tIns="0" lIns="0" bIns="0" rIns="0">
            <a:spAutoFit/>
          </a:bodyPr>
          <a:lstStyle/>
          <a:p>
            <a:pPr algn="ctr">
              <a:lnSpc>
                <a:spcPts val="2380"/>
              </a:lnSpc>
            </a:pPr>
            <a:r>
              <a:rPr lang="en-US" sz="2000" b="true">
                <a:solidFill>
                  <a:srgbClr val="FFFFFF"/>
                </a:solidFill>
                <a:latin typeface="TT Fors Bold"/>
                <a:ea typeface="TT Fors Bold"/>
                <a:cs typeface="TT Fors Bold"/>
                <a:sym typeface="TT Fors Bold"/>
              </a:rPr>
              <a:t>Improving soil </a:t>
            </a:r>
          </a:p>
        </p:txBody>
      </p:sp>
      <p:sp>
        <p:nvSpPr>
          <p:cNvPr name="TextBox 29" id="29"/>
          <p:cNvSpPr txBox="true"/>
          <p:nvPr/>
        </p:nvSpPr>
        <p:spPr>
          <a:xfrm rot="0">
            <a:off x="4959772" y="7538880"/>
            <a:ext cx="2247938" cy="593057"/>
          </a:xfrm>
          <a:prstGeom prst="rect">
            <a:avLst/>
          </a:prstGeom>
        </p:spPr>
        <p:txBody>
          <a:bodyPr anchor="t" rtlCol="false" tIns="0" lIns="0" bIns="0" rIns="0">
            <a:spAutoFit/>
          </a:bodyPr>
          <a:lstStyle/>
          <a:p>
            <a:pPr algn="ctr">
              <a:lnSpc>
                <a:spcPts val="2380"/>
              </a:lnSpc>
            </a:pPr>
            <a:r>
              <a:rPr lang="en-US" sz="2000" b="true">
                <a:solidFill>
                  <a:srgbClr val="FFFFFF"/>
                </a:solidFill>
                <a:latin typeface="TT Fors Bold"/>
                <a:ea typeface="TT Fors Bold"/>
                <a:cs typeface="TT Fors Bold"/>
                <a:sym typeface="TT Fors Bold"/>
              </a:rPr>
              <a:t>Importance of mulching</a:t>
            </a:r>
          </a:p>
        </p:txBody>
      </p:sp>
      <p:sp>
        <p:nvSpPr>
          <p:cNvPr name="TextBox 30" id="30"/>
          <p:cNvSpPr txBox="true"/>
          <p:nvPr/>
        </p:nvSpPr>
        <p:spPr>
          <a:xfrm rot="0">
            <a:off x="1794133" y="8710580"/>
            <a:ext cx="8402371" cy="535752"/>
          </a:xfrm>
          <a:prstGeom prst="rect">
            <a:avLst/>
          </a:prstGeom>
        </p:spPr>
        <p:txBody>
          <a:bodyPr anchor="t" rtlCol="false" tIns="0" lIns="0" bIns="0" rIns="0">
            <a:spAutoFit/>
          </a:bodyPr>
          <a:lstStyle/>
          <a:p>
            <a:pPr algn="l">
              <a:lnSpc>
                <a:spcPts val="2142"/>
              </a:lnSpc>
            </a:pPr>
            <a:r>
              <a:rPr lang="en-US" sz="1800" i="true">
                <a:solidFill>
                  <a:srgbClr val="FFFFFF"/>
                </a:solidFill>
                <a:latin typeface="TT Fors Italics"/>
                <a:ea typeface="TT Fors Italics"/>
                <a:cs typeface="TT Fors Italics"/>
                <a:sym typeface="TT Fors Italics"/>
              </a:rPr>
              <a:t>Lorem ipsum dolor sit amet, consectetur adipiscing elit, sed do eiusmod tempor incididunt ut labore et dolore magna aliqua. Ut enim ad minim veniam.</a:t>
            </a:r>
          </a:p>
        </p:txBody>
      </p:sp>
      <p:sp>
        <p:nvSpPr>
          <p:cNvPr name="TextBox 31" id="31"/>
          <p:cNvSpPr txBox="true"/>
          <p:nvPr/>
        </p:nvSpPr>
        <p:spPr>
          <a:xfrm rot="0">
            <a:off x="10196504" y="845384"/>
            <a:ext cx="1714818" cy="307958"/>
          </a:xfrm>
          <a:prstGeom prst="rect">
            <a:avLst/>
          </a:prstGeom>
        </p:spPr>
        <p:txBody>
          <a:bodyPr anchor="t" rtlCol="false" tIns="0" lIns="0" bIns="0" rIns="0">
            <a:spAutoFit/>
          </a:bodyPr>
          <a:lstStyle/>
          <a:p>
            <a:pPr algn="ctr">
              <a:lnSpc>
                <a:spcPts val="2374"/>
              </a:lnSpc>
            </a:pPr>
            <a:r>
              <a:rPr lang="en-US" b="true" sz="2499">
                <a:solidFill>
                  <a:srgbClr val="FFFFFF"/>
                </a:solidFill>
                <a:latin typeface="TT Fors Bold"/>
                <a:ea typeface="TT Fors Bold"/>
                <a:cs typeface="TT Fors Bold"/>
                <a:sym typeface="TT Fors Bold"/>
              </a:rPr>
              <a:t>HOME</a:t>
            </a:r>
          </a:p>
        </p:txBody>
      </p:sp>
      <p:sp>
        <p:nvSpPr>
          <p:cNvPr name="TextBox 32" id="32"/>
          <p:cNvSpPr txBox="true"/>
          <p:nvPr/>
        </p:nvSpPr>
        <p:spPr>
          <a:xfrm rot="0">
            <a:off x="12868707"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ABOUT</a:t>
            </a:r>
          </a:p>
        </p:txBody>
      </p:sp>
      <p:sp>
        <p:nvSpPr>
          <p:cNvPr name="TextBox 33" id="33"/>
          <p:cNvSpPr txBox="true"/>
          <p:nvPr/>
        </p:nvSpPr>
        <p:spPr>
          <a:xfrm rot="0">
            <a:off x="15544482"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MORE</a:t>
            </a:r>
          </a:p>
        </p:txBody>
      </p:sp>
      <p:sp>
        <p:nvSpPr>
          <p:cNvPr name="TextBox 34" id="34"/>
          <p:cNvSpPr txBox="true"/>
          <p:nvPr/>
        </p:nvSpPr>
        <p:spPr>
          <a:xfrm rot="0">
            <a:off x="1794133" y="600884"/>
            <a:ext cx="1714818" cy="739808"/>
          </a:xfrm>
          <a:prstGeom prst="rect">
            <a:avLst/>
          </a:prstGeom>
        </p:spPr>
        <p:txBody>
          <a:bodyPr anchor="t" rtlCol="false" tIns="0" lIns="0" bIns="0" rIns="0">
            <a:spAutoFit/>
          </a:bodyPr>
          <a:lstStyle/>
          <a:p>
            <a:pPr algn="l">
              <a:lnSpc>
                <a:spcPts val="2949"/>
              </a:lnSpc>
            </a:pPr>
            <a:r>
              <a:rPr lang="en-US" sz="2499">
                <a:solidFill>
                  <a:srgbClr val="FFFFFF"/>
                </a:solidFill>
                <a:latin typeface="TT Fors"/>
                <a:ea typeface="TT Fors"/>
                <a:cs typeface="TT Fors"/>
                <a:sym typeface="TT Fors"/>
              </a:rPr>
              <a:t>LARANA GARDEN</a:t>
            </a:r>
          </a:p>
        </p:txBody>
      </p:sp>
      <p:grpSp>
        <p:nvGrpSpPr>
          <p:cNvPr name="Group 35" id="35"/>
          <p:cNvGrpSpPr/>
          <p:nvPr/>
        </p:nvGrpSpPr>
        <p:grpSpPr>
          <a:xfrm rot="0">
            <a:off x="-674206" y="1867562"/>
            <a:ext cx="1671006" cy="1671006"/>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37" id="37"/>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grpSp>
        <p:nvGrpSpPr>
          <p:cNvPr name="Group 38" id="38"/>
          <p:cNvGrpSpPr/>
          <p:nvPr/>
        </p:nvGrpSpPr>
        <p:grpSpPr>
          <a:xfrm rot="0">
            <a:off x="17291199" y="7482660"/>
            <a:ext cx="1671006" cy="1671006"/>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40" id="40"/>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grpSp>
        <p:nvGrpSpPr>
          <p:cNvPr name="Group 41" id="41"/>
          <p:cNvGrpSpPr/>
          <p:nvPr/>
        </p:nvGrpSpPr>
        <p:grpSpPr>
          <a:xfrm rot="0">
            <a:off x="421807" y="2949032"/>
            <a:ext cx="641282" cy="641282"/>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43" id="43"/>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grpSp>
        <p:nvGrpSpPr>
          <p:cNvPr name="Group 44" id="44"/>
          <p:cNvGrpSpPr/>
          <p:nvPr/>
        </p:nvGrpSpPr>
        <p:grpSpPr>
          <a:xfrm rot="0">
            <a:off x="17259300" y="7291970"/>
            <a:ext cx="641282" cy="641282"/>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46" id="46"/>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grpSp>
        <p:nvGrpSpPr>
          <p:cNvPr name="Group 3" id="3"/>
          <p:cNvGrpSpPr/>
          <p:nvPr/>
        </p:nvGrpSpPr>
        <p:grpSpPr>
          <a:xfrm rot="0">
            <a:off x="2224087" y="3803031"/>
            <a:ext cx="2623185" cy="4256406"/>
            <a:chOff x="0" y="0"/>
            <a:chExt cx="580061" cy="941213"/>
          </a:xfrm>
        </p:grpSpPr>
        <p:sp>
          <p:nvSpPr>
            <p:cNvPr name="Freeform 4" id="4"/>
            <p:cNvSpPr/>
            <p:nvPr/>
          </p:nvSpPr>
          <p:spPr>
            <a:xfrm flipH="false" flipV="false" rot="0">
              <a:off x="0" y="0"/>
              <a:ext cx="580061" cy="941213"/>
            </a:xfrm>
            <a:custGeom>
              <a:avLst/>
              <a:gdLst/>
              <a:ahLst/>
              <a:cxnLst/>
              <a:rect r="r" b="b" t="t" l="l"/>
              <a:pathLst>
                <a:path h="941213" w="580061">
                  <a:moveTo>
                    <a:pt x="67881" y="0"/>
                  </a:moveTo>
                  <a:lnTo>
                    <a:pt x="512180" y="0"/>
                  </a:lnTo>
                  <a:cubicBezTo>
                    <a:pt x="549670" y="0"/>
                    <a:pt x="580061" y="30391"/>
                    <a:pt x="580061" y="67881"/>
                  </a:cubicBezTo>
                  <a:lnTo>
                    <a:pt x="580061" y="873332"/>
                  </a:lnTo>
                  <a:cubicBezTo>
                    <a:pt x="580061" y="910822"/>
                    <a:pt x="549670" y="941213"/>
                    <a:pt x="512180" y="941213"/>
                  </a:cubicBezTo>
                  <a:lnTo>
                    <a:pt x="67881" y="941213"/>
                  </a:lnTo>
                  <a:cubicBezTo>
                    <a:pt x="30391" y="941213"/>
                    <a:pt x="0" y="910822"/>
                    <a:pt x="0" y="873332"/>
                  </a:cubicBezTo>
                  <a:lnTo>
                    <a:pt x="0" y="67881"/>
                  </a:lnTo>
                  <a:cubicBezTo>
                    <a:pt x="0" y="30391"/>
                    <a:pt x="30391" y="0"/>
                    <a:pt x="67881" y="0"/>
                  </a:cubicBezTo>
                  <a:close/>
                </a:path>
              </a:pathLst>
            </a:custGeom>
            <a:blipFill>
              <a:blip r:embed="rId3"/>
              <a:stretch>
                <a:fillRect l="-55171" t="0" r="-87009" b="0"/>
              </a:stretch>
            </a:blipFill>
          </p:spPr>
        </p:sp>
      </p:grpSp>
      <p:grpSp>
        <p:nvGrpSpPr>
          <p:cNvPr name="Group 5" id="5"/>
          <p:cNvGrpSpPr/>
          <p:nvPr/>
        </p:nvGrpSpPr>
        <p:grpSpPr>
          <a:xfrm rot="0">
            <a:off x="5028247" y="3803031"/>
            <a:ext cx="2623185" cy="4256406"/>
            <a:chOff x="0" y="0"/>
            <a:chExt cx="580061" cy="941213"/>
          </a:xfrm>
        </p:grpSpPr>
        <p:sp>
          <p:nvSpPr>
            <p:cNvPr name="Freeform 6" id="6"/>
            <p:cNvSpPr/>
            <p:nvPr/>
          </p:nvSpPr>
          <p:spPr>
            <a:xfrm flipH="false" flipV="false" rot="0">
              <a:off x="0" y="0"/>
              <a:ext cx="580061" cy="941213"/>
            </a:xfrm>
            <a:custGeom>
              <a:avLst/>
              <a:gdLst/>
              <a:ahLst/>
              <a:cxnLst/>
              <a:rect r="r" b="b" t="t" l="l"/>
              <a:pathLst>
                <a:path h="941213" w="580061">
                  <a:moveTo>
                    <a:pt x="67881" y="0"/>
                  </a:moveTo>
                  <a:lnTo>
                    <a:pt x="512180" y="0"/>
                  </a:lnTo>
                  <a:cubicBezTo>
                    <a:pt x="549670" y="0"/>
                    <a:pt x="580061" y="30391"/>
                    <a:pt x="580061" y="67881"/>
                  </a:cubicBezTo>
                  <a:lnTo>
                    <a:pt x="580061" y="873332"/>
                  </a:lnTo>
                  <a:cubicBezTo>
                    <a:pt x="580061" y="910822"/>
                    <a:pt x="549670" y="941213"/>
                    <a:pt x="512180" y="941213"/>
                  </a:cubicBezTo>
                  <a:lnTo>
                    <a:pt x="67881" y="941213"/>
                  </a:lnTo>
                  <a:cubicBezTo>
                    <a:pt x="30391" y="941213"/>
                    <a:pt x="0" y="910822"/>
                    <a:pt x="0" y="873332"/>
                  </a:cubicBezTo>
                  <a:lnTo>
                    <a:pt x="0" y="67881"/>
                  </a:lnTo>
                  <a:cubicBezTo>
                    <a:pt x="0" y="30391"/>
                    <a:pt x="30391" y="0"/>
                    <a:pt x="67881" y="0"/>
                  </a:cubicBezTo>
                  <a:close/>
                </a:path>
              </a:pathLst>
            </a:custGeom>
            <a:blipFill>
              <a:blip r:embed="rId4"/>
              <a:stretch>
                <a:fillRect l="-71771" t="0" r="-71771" b="0"/>
              </a:stretch>
            </a:blipFill>
          </p:spPr>
        </p:sp>
      </p:grpSp>
      <p:grpSp>
        <p:nvGrpSpPr>
          <p:cNvPr name="Group 7" id="7"/>
          <p:cNvGrpSpPr/>
          <p:nvPr/>
        </p:nvGrpSpPr>
        <p:grpSpPr>
          <a:xfrm rot="0">
            <a:off x="7832407" y="3803031"/>
            <a:ext cx="2623185" cy="4256406"/>
            <a:chOff x="0" y="0"/>
            <a:chExt cx="580061" cy="941213"/>
          </a:xfrm>
        </p:grpSpPr>
        <p:sp>
          <p:nvSpPr>
            <p:cNvPr name="Freeform 8" id="8"/>
            <p:cNvSpPr/>
            <p:nvPr/>
          </p:nvSpPr>
          <p:spPr>
            <a:xfrm flipH="false" flipV="false" rot="0">
              <a:off x="0" y="0"/>
              <a:ext cx="580061" cy="941213"/>
            </a:xfrm>
            <a:custGeom>
              <a:avLst/>
              <a:gdLst/>
              <a:ahLst/>
              <a:cxnLst/>
              <a:rect r="r" b="b" t="t" l="l"/>
              <a:pathLst>
                <a:path h="941213" w="580061">
                  <a:moveTo>
                    <a:pt x="67881" y="0"/>
                  </a:moveTo>
                  <a:lnTo>
                    <a:pt x="512180" y="0"/>
                  </a:lnTo>
                  <a:cubicBezTo>
                    <a:pt x="549670" y="0"/>
                    <a:pt x="580061" y="30391"/>
                    <a:pt x="580061" y="67881"/>
                  </a:cubicBezTo>
                  <a:lnTo>
                    <a:pt x="580061" y="873332"/>
                  </a:lnTo>
                  <a:cubicBezTo>
                    <a:pt x="580061" y="910822"/>
                    <a:pt x="549670" y="941213"/>
                    <a:pt x="512180" y="941213"/>
                  </a:cubicBezTo>
                  <a:lnTo>
                    <a:pt x="67881" y="941213"/>
                  </a:lnTo>
                  <a:cubicBezTo>
                    <a:pt x="30391" y="941213"/>
                    <a:pt x="0" y="910822"/>
                    <a:pt x="0" y="873332"/>
                  </a:cubicBezTo>
                  <a:lnTo>
                    <a:pt x="0" y="67881"/>
                  </a:lnTo>
                  <a:cubicBezTo>
                    <a:pt x="0" y="30391"/>
                    <a:pt x="30391" y="0"/>
                    <a:pt x="67881" y="0"/>
                  </a:cubicBezTo>
                  <a:close/>
                </a:path>
              </a:pathLst>
            </a:custGeom>
            <a:blipFill>
              <a:blip r:embed="rId5"/>
              <a:stretch>
                <a:fillRect l="-72000" t="0" r="-72000" b="0"/>
              </a:stretch>
            </a:blipFill>
          </p:spPr>
        </p:sp>
      </p:grpSp>
      <p:grpSp>
        <p:nvGrpSpPr>
          <p:cNvPr name="Group 9" id="9"/>
          <p:cNvGrpSpPr/>
          <p:nvPr/>
        </p:nvGrpSpPr>
        <p:grpSpPr>
          <a:xfrm rot="0">
            <a:off x="10636567" y="3803031"/>
            <a:ext cx="2623185" cy="4256406"/>
            <a:chOff x="0" y="0"/>
            <a:chExt cx="580061" cy="941213"/>
          </a:xfrm>
        </p:grpSpPr>
        <p:sp>
          <p:nvSpPr>
            <p:cNvPr name="Freeform 10" id="10"/>
            <p:cNvSpPr/>
            <p:nvPr/>
          </p:nvSpPr>
          <p:spPr>
            <a:xfrm flipH="false" flipV="false" rot="0">
              <a:off x="0" y="0"/>
              <a:ext cx="580061" cy="941213"/>
            </a:xfrm>
            <a:custGeom>
              <a:avLst/>
              <a:gdLst/>
              <a:ahLst/>
              <a:cxnLst/>
              <a:rect r="r" b="b" t="t" l="l"/>
              <a:pathLst>
                <a:path h="941213" w="580061">
                  <a:moveTo>
                    <a:pt x="67881" y="0"/>
                  </a:moveTo>
                  <a:lnTo>
                    <a:pt x="512180" y="0"/>
                  </a:lnTo>
                  <a:cubicBezTo>
                    <a:pt x="549670" y="0"/>
                    <a:pt x="580061" y="30391"/>
                    <a:pt x="580061" y="67881"/>
                  </a:cubicBezTo>
                  <a:lnTo>
                    <a:pt x="580061" y="873332"/>
                  </a:lnTo>
                  <a:cubicBezTo>
                    <a:pt x="580061" y="910822"/>
                    <a:pt x="549670" y="941213"/>
                    <a:pt x="512180" y="941213"/>
                  </a:cubicBezTo>
                  <a:lnTo>
                    <a:pt x="67881" y="941213"/>
                  </a:lnTo>
                  <a:cubicBezTo>
                    <a:pt x="30391" y="941213"/>
                    <a:pt x="0" y="910822"/>
                    <a:pt x="0" y="873332"/>
                  </a:cubicBezTo>
                  <a:lnTo>
                    <a:pt x="0" y="67881"/>
                  </a:lnTo>
                  <a:cubicBezTo>
                    <a:pt x="0" y="30391"/>
                    <a:pt x="30391" y="0"/>
                    <a:pt x="67881" y="0"/>
                  </a:cubicBezTo>
                  <a:close/>
                </a:path>
              </a:pathLst>
            </a:custGeom>
            <a:blipFill>
              <a:blip r:embed="rId6"/>
              <a:stretch>
                <a:fillRect l="-77408" t="0" r="-65678" b="0"/>
              </a:stretch>
            </a:blipFill>
          </p:spPr>
        </p:sp>
      </p:grpSp>
      <p:grpSp>
        <p:nvGrpSpPr>
          <p:cNvPr name="Group 11" id="11"/>
          <p:cNvGrpSpPr/>
          <p:nvPr/>
        </p:nvGrpSpPr>
        <p:grpSpPr>
          <a:xfrm rot="0">
            <a:off x="13440727" y="3803031"/>
            <a:ext cx="2623185" cy="4256406"/>
            <a:chOff x="0" y="0"/>
            <a:chExt cx="580061" cy="941213"/>
          </a:xfrm>
        </p:grpSpPr>
        <p:sp>
          <p:nvSpPr>
            <p:cNvPr name="Freeform 12" id="12"/>
            <p:cNvSpPr/>
            <p:nvPr/>
          </p:nvSpPr>
          <p:spPr>
            <a:xfrm flipH="false" flipV="false" rot="0">
              <a:off x="0" y="0"/>
              <a:ext cx="580061" cy="941213"/>
            </a:xfrm>
            <a:custGeom>
              <a:avLst/>
              <a:gdLst/>
              <a:ahLst/>
              <a:cxnLst/>
              <a:rect r="r" b="b" t="t" l="l"/>
              <a:pathLst>
                <a:path h="941213" w="580061">
                  <a:moveTo>
                    <a:pt x="67881" y="0"/>
                  </a:moveTo>
                  <a:lnTo>
                    <a:pt x="512180" y="0"/>
                  </a:lnTo>
                  <a:cubicBezTo>
                    <a:pt x="549670" y="0"/>
                    <a:pt x="580061" y="30391"/>
                    <a:pt x="580061" y="67881"/>
                  </a:cubicBezTo>
                  <a:lnTo>
                    <a:pt x="580061" y="873332"/>
                  </a:lnTo>
                  <a:cubicBezTo>
                    <a:pt x="580061" y="910822"/>
                    <a:pt x="549670" y="941213"/>
                    <a:pt x="512180" y="941213"/>
                  </a:cubicBezTo>
                  <a:lnTo>
                    <a:pt x="67881" y="941213"/>
                  </a:lnTo>
                  <a:cubicBezTo>
                    <a:pt x="30391" y="941213"/>
                    <a:pt x="0" y="910822"/>
                    <a:pt x="0" y="873332"/>
                  </a:cubicBezTo>
                  <a:lnTo>
                    <a:pt x="0" y="67881"/>
                  </a:lnTo>
                  <a:cubicBezTo>
                    <a:pt x="0" y="30391"/>
                    <a:pt x="30391" y="0"/>
                    <a:pt x="67881" y="0"/>
                  </a:cubicBezTo>
                  <a:close/>
                </a:path>
              </a:pathLst>
            </a:custGeom>
            <a:blipFill>
              <a:blip r:embed="rId7"/>
              <a:stretch>
                <a:fillRect l="-71771" t="0" r="-71771" b="0"/>
              </a:stretch>
            </a:blipFill>
          </p:spPr>
        </p:sp>
      </p:grpSp>
      <p:grpSp>
        <p:nvGrpSpPr>
          <p:cNvPr name="Group 13" id="13"/>
          <p:cNvGrpSpPr/>
          <p:nvPr/>
        </p:nvGrpSpPr>
        <p:grpSpPr>
          <a:xfrm rot="0">
            <a:off x="278790" y="411377"/>
            <a:ext cx="17730420" cy="1109296"/>
            <a:chOff x="0" y="0"/>
            <a:chExt cx="4669740" cy="292160"/>
          </a:xfrm>
        </p:grpSpPr>
        <p:sp>
          <p:nvSpPr>
            <p:cNvPr name="Freeform 14" id="14"/>
            <p:cNvSpPr/>
            <p:nvPr/>
          </p:nvSpPr>
          <p:spPr>
            <a:xfrm flipH="false" flipV="false" rot="0">
              <a:off x="0" y="0"/>
              <a:ext cx="4669740" cy="292160"/>
            </a:xfrm>
            <a:custGeom>
              <a:avLst/>
              <a:gdLst/>
              <a:ahLst/>
              <a:cxnLst/>
              <a:rect r="r" b="b" t="t" l="l"/>
              <a:pathLst>
                <a:path h="292160" w="4669740">
                  <a:moveTo>
                    <a:pt x="33185" y="0"/>
                  </a:moveTo>
                  <a:lnTo>
                    <a:pt x="4636555" y="0"/>
                  </a:lnTo>
                  <a:cubicBezTo>
                    <a:pt x="4654883" y="0"/>
                    <a:pt x="4669740" y="14857"/>
                    <a:pt x="4669740" y="33185"/>
                  </a:cubicBezTo>
                  <a:lnTo>
                    <a:pt x="4669740" y="258975"/>
                  </a:lnTo>
                  <a:cubicBezTo>
                    <a:pt x="4669740" y="277303"/>
                    <a:pt x="4654883" y="292160"/>
                    <a:pt x="4636555" y="292160"/>
                  </a:cubicBezTo>
                  <a:lnTo>
                    <a:pt x="33185" y="292160"/>
                  </a:lnTo>
                  <a:cubicBezTo>
                    <a:pt x="24384" y="292160"/>
                    <a:pt x="15943" y="288664"/>
                    <a:pt x="9720" y="282441"/>
                  </a:cubicBezTo>
                  <a:cubicBezTo>
                    <a:pt x="3496" y="276217"/>
                    <a:pt x="0" y="267776"/>
                    <a:pt x="0" y="258975"/>
                  </a:cubicBezTo>
                  <a:lnTo>
                    <a:pt x="0" y="33185"/>
                  </a:lnTo>
                  <a:cubicBezTo>
                    <a:pt x="0" y="14857"/>
                    <a:pt x="14857" y="0"/>
                    <a:pt x="33185" y="0"/>
                  </a:cubicBezTo>
                  <a:close/>
                </a:path>
              </a:pathLst>
            </a:custGeom>
            <a:gradFill rotWithShape="true">
              <a:gsLst>
                <a:gs pos="0">
                  <a:srgbClr val="353E05">
                    <a:alpha val="72000"/>
                  </a:srgbClr>
                </a:gs>
                <a:gs pos="100000">
                  <a:srgbClr val="758A10">
                    <a:alpha val="72000"/>
                  </a:srgbClr>
                </a:gs>
              </a:gsLst>
              <a:lin ang="0"/>
            </a:gradFill>
            <a:ln w="19050" cap="rnd">
              <a:solidFill>
                <a:srgbClr val="E1E4A3">
                  <a:alpha val="71765"/>
                </a:srgbClr>
              </a:solidFill>
              <a:prstDash val="solid"/>
              <a:round/>
            </a:ln>
          </p:spPr>
        </p:sp>
        <p:sp>
          <p:nvSpPr>
            <p:cNvPr name="TextBox 15" id="15"/>
            <p:cNvSpPr txBox="true"/>
            <p:nvPr/>
          </p:nvSpPr>
          <p:spPr>
            <a:xfrm>
              <a:off x="0" y="66675"/>
              <a:ext cx="4669740" cy="225485"/>
            </a:xfrm>
            <a:prstGeom prst="rect">
              <a:avLst/>
            </a:prstGeom>
          </p:spPr>
          <p:txBody>
            <a:bodyPr anchor="ctr" rtlCol="false" tIns="50800" lIns="50800" bIns="50800" rIns="50800"/>
            <a:lstStyle/>
            <a:p>
              <a:pPr algn="ctr">
                <a:lnSpc>
                  <a:spcPts val="2374"/>
                </a:lnSpc>
              </a:pPr>
            </a:p>
          </p:txBody>
        </p:sp>
      </p:grpSp>
      <p:sp>
        <p:nvSpPr>
          <p:cNvPr name="Freeform 16" id="16"/>
          <p:cNvSpPr/>
          <p:nvPr/>
        </p:nvSpPr>
        <p:spPr>
          <a:xfrm flipH="false" flipV="false" rot="0">
            <a:off x="964902" y="591359"/>
            <a:ext cx="698634" cy="738856"/>
          </a:xfrm>
          <a:custGeom>
            <a:avLst/>
            <a:gdLst/>
            <a:ahLst/>
            <a:cxnLst/>
            <a:rect r="r" b="b" t="t" l="l"/>
            <a:pathLst>
              <a:path h="738856" w="698634">
                <a:moveTo>
                  <a:pt x="0" y="0"/>
                </a:moveTo>
                <a:lnTo>
                  <a:pt x="698634" y="0"/>
                </a:lnTo>
                <a:lnTo>
                  <a:pt x="698634" y="738856"/>
                </a:lnTo>
                <a:lnTo>
                  <a:pt x="0" y="7388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15544482"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MORE</a:t>
            </a:r>
          </a:p>
        </p:txBody>
      </p:sp>
      <p:sp>
        <p:nvSpPr>
          <p:cNvPr name="Freeform 18" id="18"/>
          <p:cNvSpPr/>
          <p:nvPr/>
        </p:nvSpPr>
        <p:spPr>
          <a:xfrm flipH="true" flipV="false" rot="0">
            <a:off x="15124270" y="9011876"/>
            <a:ext cx="1515119" cy="1987042"/>
          </a:xfrm>
          <a:custGeom>
            <a:avLst/>
            <a:gdLst/>
            <a:ahLst/>
            <a:cxnLst/>
            <a:rect r="r" b="b" t="t" l="l"/>
            <a:pathLst>
              <a:path h="1987042" w="1515119">
                <a:moveTo>
                  <a:pt x="1515119" y="0"/>
                </a:moveTo>
                <a:lnTo>
                  <a:pt x="0" y="0"/>
                </a:lnTo>
                <a:lnTo>
                  <a:pt x="0" y="1987042"/>
                </a:lnTo>
                <a:lnTo>
                  <a:pt x="1515119" y="1987042"/>
                </a:lnTo>
                <a:lnTo>
                  <a:pt x="1515119" y="0"/>
                </a:lnTo>
                <a:close/>
              </a:path>
            </a:pathLst>
          </a:custGeom>
          <a:blipFill>
            <a:blip r:embed="rId10"/>
            <a:stretch>
              <a:fillRect l="0" t="0" r="0" b="0"/>
            </a:stretch>
          </a:blipFill>
        </p:spPr>
      </p:sp>
      <p:sp>
        <p:nvSpPr>
          <p:cNvPr name="Freeform 19" id="19"/>
          <p:cNvSpPr/>
          <p:nvPr/>
        </p:nvSpPr>
        <p:spPr>
          <a:xfrm flipH="false" flipV="false" rot="0">
            <a:off x="-488777" y="2171550"/>
            <a:ext cx="1535134" cy="1710456"/>
          </a:xfrm>
          <a:custGeom>
            <a:avLst/>
            <a:gdLst/>
            <a:ahLst/>
            <a:cxnLst/>
            <a:rect r="r" b="b" t="t" l="l"/>
            <a:pathLst>
              <a:path h="1710456" w="1535134">
                <a:moveTo>
                  <a:pt x="0" y="0"/>
                </a:moveTo>
                <a:lnTo>
                  <a:pt x="1535134" y="0"/>
                </a:lnTo>
                <a:lnTo>
                  <a:pt x="1535134" y="1710456"/>
                </a:lnTo>
                <a:lnTo>
                  <a:pt x="0" y="1710456"/>
                </a:lnTo>
                <a:lnTo>
                  <a:pt x="0" y="0"/>
                </a:lnTo>
                <a:close/>
              </a:path>
            </a:pathLst>
          </a:custGeom>
          <a:blipFill>
            <a:blip r:embed="rId11"/>
            <a:stretch>
              <a:fillRect l="0" t="0" r="0" b="0"/>
            </a:stretch>
          </a:blipFill>
        </p:spPr>
      </p:sp>
      <p:sp>
        <p:nvSpPr>
          <p:cNvPr name="Freeform 20" id="20"/>
          <p:cNvSpPr/>
          <p:nvPr/>
        </p:nvSpPr>
        <p:spPr>
          <a:xfrm flipH="false" flipV="false" rot="1775209">
            <a:off x="2255106" y="9520588"/>
            <a:ext cx="2507689" cy="1532825"/>
          </a:xfrm>
          <a:custGeom>
            <a:avLst/>
            <a:gdLst/>
            <a:ahLst/>
            <a:cxnLst/>
            <a:rect r="r" b="b" t="t" l="l"/>
            <a:pathLst>
              <a:path h="1532825" w="2507689">
                <a:moveTo>
                  <a:pt x="0" y="0"/>
                </a:moveTo>
                <a:lnTo>
                  <a:pt x="2507689" y="0"/>
                </a:lnTo>
                <a:lnTo>
                  <a:pt x="2507689" y="1532824"/>
                </a:lnTo>
                <a:lnTo>
                  <a:pt x="0" y="1532824"/>
                </a:lnTo>
                <a:lnTo>
                  <a:pt x="0" y="0"/>
                </a:lnTo>
                <a:close/>
              </a:path>
            </a:pathLst>
          </a:custGeom>
          <a:blipFill>
            <a:blip r:embed="rId12"/>
            <a:stretch>
              <a:fillRect l="0" t="0" r="0" b="0"/>
            </a:stretch>
          </a:blipFill>
        </p:spPr>
      </p:sp>
      <p:sp>
        <p:nvSpPr>
          <p:cNvPr name="Freeform 21" id="21"/>
          <p:cNvSpPr/>
          <p:nvPr/>
        </p:nvSpPr>
        <p:spPr>
          <a:xfrm flipH="false" flipV="false" rot="-5400000">
            <a:off x="17251650" y="724825"/>
            <a:ext cx="1515119" cy="1987042"/>
          </a:xfrm>
          <a:custGeom>
            <a:avLst/>
            <a:gdLst/>
            <a:ahLst/>
            <a:cxnLst/>
            <a:rect r="r" b="b" t="t" l="l"/>
            <a:pathLst>
              <a:path h="1987042" w="1515119">
                <a:moveTo>
                  <a:pt x="0" y="0"/>
                </a:moveTo>
                <a:lnTo>
                  <a:pt x="1515120" y="0"/>
                </a:lnTo>
                <a:lnTo>
                  <a:pt x="1515120" y="1987042"/>
                </a:lnTo>
                <a:lnTo>
                  <a:pt x="0" y="1987042"/>
                </a:lnTo>
                <a:lnTo>
                  <a:pt x="0" y="0"/>
                </a:lnTo>
                <a:close/>
              </a:path>
            </a:pathLst>
          </a:custGeom>
          <a:blipFill>
            <a:blip r:embed="rId10"/>
            <a:stretch>
              <a:fillRect l="0" t="0" r="0" b="0"/>
            </a:stretch>
          </a:blipFill>
        </p:spPr>
      </p:sp>
      <p:sp>
        <p:nvSpPr>
          <p:cNvPr name="TextBox 22" id="22"/>
          <p:cNvSpPr txBox="true"/>
          <p:nvPr/>
        </p:nvSpPr>
        <p:spPr>
          <a:xfrm rot="0">
            <a:off x="4784637" y="2513485"/>
            <a:ext cx="8718727" cy="889033"/>
          </a:xfrm>
          <a:prstGeom prst="rect">
            <a:avLst/>
          </a:prstGeom>
        </p:spPr>
        <p:txBody>
          <a:bodyPr anchor="t" rtlCol="false" tIns="0" lIns="0" bIns="0" rIns="0">
            <a:spAutoFit/>
          </a:bodyPr>
          <a:lstStyle/>
          <a:p>
            <a:pPr algn="ctr">
              <a:lnSpc>
                <a:spcPts val="6649"/>
              </a:lnSpc>
            </a:pPr>
            <a:r>
              <a:rPr lang="en-US" sz="6999" b="true">
                <a:solidFill>
                  <a:srgbClr val="42501D"/>
                </a:solidFill>
                <a:latin typeface="TT Fors Bold"/>
                <a:ea typeface="TT Fors Bold"/>
                <a:cs typeface="TT Fors Bold"/>
                <a:sym typeface="TT Fors Bold"/>
              </a:rPr>
              <a:t>Types of Gardens</a:t>
            </a:r>
          </a:p>
        </p:txBody>
      </p:sp>
      <p:sp>
        <p:nvSpPr>
          <p:cNvPr name="TextBox 23" id="23"/>
          <p:cNvSpPr txBox="true"/>
          <p:nvPr/>
        </p:nvSpPr>
        <p:spPr>
          <a:xfrm rot="0">
            <a:off x="2406171" y="8334907"/>
            <a:ext cx="2259019" cy="365142"/>
          </a:xfrm>
          <a:prstGeom prst="rect">
            <a:avLst/>
          </a:prstGeom>
        </p:spPr>
        <p:txBody>
          <a:bodyPr anchor="t" rtlCol="false" tIns="0" lIns="0" bIns="0" rIns="0">
            <a:spAutoFit/>
          </a:bodyPr>
          <a:lstStyle/>
          <a:p>
            <a:pPr algn="ctr">
              <a:lnSpc>
                <a:spcPts val="2974"/>
              </a:lnSpc>
            </a:pPr>
            <a:r>
              <a:rPr lang="en-US" b="true" sz="2499" i="true">
                <a:solidFill>
                  <a:srgbClr val="42501D"/>
                </a:solidFill>
                <a:latin typeface="TT Fors Bold Italics"/>
                <a:ea typeface="TT Fors Bold Italics"/>
                <a:cs typeface="TT Fors Bold Italics"/>
                <a:sym typeface="TT Fors Bold Italics"/>
              </a:rPr>
              <a:t>Vegetable</a:t>
            </a:r>
          </a:p>
        </p:txBody>
      </p:sp>
      <p:sp>
        <p:nvSpPr>
          <p:cNvPr name="TextBox 24" id="24"/>
          <p:cNvSpPr txBox="true"/>
          <p:nvPr/>
        </p:nvSpPr>
        <p:spPr>
          <a:xfrm rot="0">
            <a:off x="2406171" y="8723807"/>
            <a:ext cx="2259019" cy="269019"/>
          </a:xfrm>
          <a:prstGeom prst="rect">
            <a:avLst/>
          </a:prstGeom>
        </p:spPr>
        <p:txBody>
          <a:bodyPr anchor="t" rtlCol="false" tIns="0" lIns="0" bIns="0" rIns="0">
            <a:spAutoFit/>
          </a:bodyPr>
          <a:lstStyle/>
          <a:p>
            <a:pPr algn="ctr">
              <a:lnSpc>
                <a:spcPts val="2142"/>
              </a:lnSpc>
            </a:pPr>
            <a:r>
              <a:rPr lang="en-US" sz="1800" i="true">
                <a:solidFill>
                  <a:srgbClr val="42501D"/>
                </a:solidFill>
                <a:latin typeface="TT Fors Italics"/>
                <a:ea typeface="TT Fors Italics"/>
                <a:cs typeface="TT Fors Italics"/>
                <a:sym typeface="TT Fors Italics"/>
              </a:rPr>
              <a:t>gardens</a:t>
            </a:r>
          </a:p>
        </p:txBody>
      </p:sp>
      <p:sp>
        <p:nvSpPr>
          <p:cNvPr name="TextBox 25" id="25"/>
          <p:cNvSpPr txBox="true"/>
          <p:nvPr/>
        </p:nvSpPr>
        <p:spPr>
          <a:xfrm rot="0">
            <a:off x="5210331" y="8334907"/>
            <a:ext cx="2259019" cy="365142"/>
          </a:xfrm>
          <a:prstGeom prst="rect">
            <a:avLst/>
          </a:prstGeom>
        </p:spPr>
        <p:txBody>
          <a:bodyPr anchor="t" rtlCol="false" tIns="0" lIns="0" bIns="0" rIns="0">
            <a:spAutoFit/>
          </a:bodyPr>
          <a:lstStyle/>
          <a:p>
            <a:pPr algn="ctr">
              <a:lnSpc>
                <a:spcPts val="2974"/>
              </a:lnSpc>
            </a:pPr>
            <a:r>
              <a:rPr lang="en-US" b="true" sz="2499" i="true">
                <a:solidFill>
                  <a:srgbClr val="42501D"/>
                </a:solidFill>
                <a:latin typeface="TT Fors Bold Italics"/>
                <a:ea typeface="TT Fors Bold Italics"/>
                <a:cs typeface="TT Fors Bold Italics"/>
                <a:sym typeface="TT Fors Bold Italics"/>
              </a:rPr>
              <a:t>Flower</a:t>
            </a:r>
          </a:p>
        </p:txBody>
      </p:sp>
      <p:sp>
        <p:nvSpPr>
          <p:cNvPr name="TextBox 26" id="26"/>
          <p:cNvSpPr txBox="true"/>
          <p:nvPr/>
        </p:nvSpPr>
        <p:spPr>
          <a:xfrm rot="0">
            <a:off x="5210331" y="8723807"/>
            <a:ext cx="2259019" cy="269019"/>
          </a:xfrm>
          <a:prstGeom prst="rect">
            <a:avLst/>
          </a:prstGeom>
        </p:spPr>
        <p:txBody>
          <a:bodyPr anchor="t" rtlCol="false" tIns="0" lIns="0" bIns="0" rIns="0">
            <a:spAutoFit/>
          </a:bodyPr>
          <a:lstStyle/>
          <a:p>
            <a:pPr algn="ctr">
              <a:lnSpc>
                <a:spcPts val="2142"/>
              </a:lnSpc>
            </a:pPr>
            <a:r>
              <a:rPr lang="en-US" sz="1800" i="true">
                <a:solidFill>
                  <a:srgbClr val="42501D"/>
                </a:solidFill>
                <a:latin typeface="TT Fors Italics"/>
                <a:ea typeface="TT Fors Italics"/>
                <a:cs typeface="TT Fors Italics"/>
                <a:sym typeface="TT Fors Italics"/>
              </a:rPr>
              <a:t>gardens</a:t>
            </a:r>
          </a:p>
        </p:txBody>
      </p:sp>
      <p:sp>
        <p:nvSpPr>
          <p:cNvPr name="TextBox 27" id="27"/>
          <p:cNvSpPr txBox="true"/>
          <p:nvPr/>
        </p:nvSpPr>
        <p:spPr>
          <a:xfrm rot="0">
            <a:off x="8014491" y="8334907"/>
            <a:ext cx="2259019" cy="365142"/>
          </a:xfrm>
          <a:prstGeom prst="rect">
            <a:avLst/>
          </a:prstGeom>
        </p:spPr>
        <p:txBody>
          <a:bodyPr anchor="t" rtlCol="false" tIns="0" lIns="0" bIns="0" rIns="0">
            <a:spAutoFit/>
          </a:bodyPr>
          <a:lstStyle/>
          <a:p>
            <a:pPr algn="ctr">
              <a:lnSpc>
                <a:spcPts val="2974"/>
              </a:lnSpc>
            </a:pPr>
            <a:r>
              <a:rPr lang="en-US" b="true" sz="2499" i="true">
                <a:solidFill>
                  <a:srgbClr val="42501D"/>
                </a:solidFill>
                <a:latin typeface="TT Fors Bold Italics"/>
                <a:ea typeface="TT Fors Bold Italics"/>
                <a:cs typeface="TT Fors Bold Italics"/>
                <a:sym typeface="TT Fors Bold Italics"/>
              </a:rPr>
              <a:t>Herb</a:t>
            </a:r>
          </a:p>
        </p:txBody>
      </p:sp>
      <p:sp>
        <p:nvSpPr>
          <p:cNvPr name="TextBox 28" id="28"/>
          <p:cNvSpPr txBox="true"/>
          <p:nvPr/>
        </p:nvSpPr>
        <p:spPr>
          <a:xfrm rot="0">
            <a:off x="8014491" y="8723807"/>
            <a:ext cx="2259019" cy="269019"/>
          </a:xfrm>
          <a:prstGeom prst="rect">
            <a:avLst/>
          </a:prstGeom>
        </p:spPr>
        <p:txBody>
          <a:bodyPr anchor="t" rtlCol="false" tIns="0" lIns="0" bIns="0" rIns="0">
            <a:spAutoFit/>
          </a:bodyPr>
          <a:lstStyle/>
          <a:p>
            <a:pPr algn="ctr">
              <a:lnSpc>
                <a:spcPts val="2142"/>
              </a:lnSpc>
            </a:pPr>
            <a:r>
              <a:rPr lang="en-US" sz="1800" i="true">
                <a:solidFill>
                  <a:srgbClr val="42501D"/>
                </a:solidFill>
                <a:latin typeface="TT Fors Italics"/>
                <a:ea typeface="TT Fors Italics"/>
                <a:cs typeface="TT Fors Italics"/>
                <a:sym typeface="TT Fors Italics"/>
              </a:rPr>
              <a:t>gardens</a:t>
            </a:r>
          </a:p>
        </p:txBody>
      </p:sp>
      <p:sp>
        <p:nvSpPr>
          <p:cNvPr name="TextBox 29" id="29"/>
          <p:cNvSpPr txBox="true"/>
          <p:nvPr/>
        </p:nvSpPr>
        <p:spPr>
          <a:xfrm rot="0">
            <a:off x="10818651" y="8334907"/>
            <a:ext cx="2259019" cy="365142"/>
          </a:xfrm>
          <a:prstGeom prst="rect">
            <a:avLst/>
          </a:prstGeom>
        </p:spPr>
        <p:txBody>
          <a:bodyPr anchor="t" rtlCol="false" tIns="0" lIns="0" bIns="0" rIns="0">
            <a:spAutoFit/>
          </a:bodyPr>
          <a:lstStyle/>
          <a:p>
            <a:pPr algn="ctr">
              <a:lnSpc>
                <a:spcPts val="2974"/>
              </a:lnSpc>
            </a:pPr>
            <a:r>
              <a:rPr lang="en-US" b="true" sz="2499" i="true">
                <a:solidFill>
                  <a:srgbClr val="42501D"/>
                </a:solidFill>
                <a:latin typeface="TT Fors Bold Italics"/>
                <a:ea typeface="TT Fors Bold Italics"/>
                <a:cs typeface="TT Fors Bold Italics"/>
                <a:sym typeface="TT Fors Bold Italics"/>
              </a:rPr>
              <a:t>Indoor</a:t>
            </a:r>
          </a:p>
        </p:txBody>
      </p:sp>
      <p:sp>
        <p:nvSpPr>
          <p:cNvPr name="TextBox 30" id="30"/>
          <p:cNvSpPr txBox="true"/>
          <p:nvPr/>
        </p:nvSpPr>
        <p:spPr>
          <a:xfrm rot="0">
            <a:off x="10818651" y="8723807"/>
            <a:ext cx="2259019" cy="269019"/>
          </a:xfrm>
          <a:prstGeom prst="rect">
            <a:avLst/>
          </a:prstGeom>
        </p:spPr>
        <p:txBody>
          <a:bodyPr anchor="t" rtlCol="false" tIns="0" lIns="0" bIns="0" rIns="0">
            <a:spAutoFit/>
          </a:bodyPr>
          <a:lstStyle/>
          <a:p>
            <a:pPr algn="ctr">
              <a:lnSpc>
                <a:spcPts val="2142"/>
              </a:lnSpc>
            </a:pPr>
            <a:r>
              <a:rPr lang="en-US" sz="1800" i="true">
                <a:solidFill>
                  <a:srgbClr val="42501D"/>
                </a:solidFill>
                <a:latin typeface="TT Fors Italics"/>
                <a:ea typeface="TT Fors Italics"/>
                <a:cs typeface="TT Fors Italics"/>
                <a:sym typeface="TT Fors Italics"/>
              </a:rPr>
              <a:t>gardens</a:t>
            </a:r>
          </a:p>
        </p:txBody>
      </p:sp>
      <p:sp>
        <p:nvSpPr>
          <p:cNvPr name="TextBox 31" id="31"/>
          <p:cNvSpPr txBox="true"/>
          <p:nvPr/>
        </p:nvSpPr>
        <p:spPr>
          <a:xfrm rot="0">
            <a:off x="13622811" y="8334907"/>
            <a:ext cx="2259019" cy="365142"/>
          </a:xfrm>
          <a:prstGeom prst="rect">
            <a:avLst/>
          </a:prstGeom>
        </p:spPr>
        <p:txBody>
          <a:bodyPr anchor="t" rtlCol="false" tIns="0" lIns="0" bIns="0" rIns="0">
            <a:spAutoFit/>
          </a:bodyPr>
          <a:lstStyle/>
          <a:p>
            <a:pPr algn="ctr">
              <a:lnSpc>
                <a:spcPts val="2974"/>
              </a:lnSpc>
            </a:pPr>
            <a:r>
              <a:rPr lang="en-US" b="true" sz="2499" i="true">
                <a:solidFill>
                  <a:srgbClr val="42501D"/>
                </a:solidFill>
                <a:latin typeface="TT Fors Bold Italics"/>
                <a:ea typeface="TT Fors Bold Italics"/>
                <a:cs typeface="TT Fors Bold Italics"/>
                <a:sym typeface="TT Fors Bold Italics"/>
              </a:rPr>
              <a:t>Hydroponic</a:t>
            </a:r>
          </a:p>
        </p:txBody>
      </p:sp>
      <p:sp>
        <p:nvSpPr>
          <p:cNvPr name="TextBox 32" id="32"/>
          <p:cNvSpPr txBox="true"/>
          <p:nvPr/>
        </p:nvSpPr>
        <p:spPr>
          <a:xfrm rot="0">
            <a:off x="13622811" y="8723807"/>
            <a:ext cx="2259019" cy="269019"/>
          </a:xfrm>
          <a:prstGeom prst="rect">
            <a:avLst/>
          </a:prstGeom>
        </p:spPr>
        <p:txBody>
          <a:bodyPr anchor="t" rtlCol="false" tIns="0" lIns="0" bIns="0" rIns="0">
            <a:spAutoFit/>
          </a:bodyPr>
          <a:lstStyle/>
          <a:p>
            <a:pPr algn="ctr">
              <a:lnSpc>
                <a:spcPts val="2142"/>
              </a:lnSpc>
            </a:pPr>
            <a:r>
              <a:rPr lang="en-US" sz="1800" i="true">
                <a:solidFill>
                  <a:srgbClr val="42501D"/>
                </a:solidFill>
                <a:latin typeface="TT Fors Italics"/>
                <a:ea typeface="TT Fors Italics"/>
                <a:cs typeface="TT Fors Italics"/>
                <a:sym typeface="TT Fors Italics"/>
              </a:rPr>
              <a:t>gardens</a:t>
            </a:r>
          </a:p>
        </p:txBody>
      </p:sp>
      <p:sp>
        <p:nvSpPr>
          <p:cNvPr name="TextBox 33" id="33"/>
          <p:cNvSpPr txBox="true"/>
          <p:nvPr/>
        </p:nvSpPr>
        <p:spPr>
          <a:xfrm rot="0">
            <a:off x="10196504" y="845384"/>
            <a:ext cx="1714818" cy="307958"/>
          </a:xfrm>
          <a:prstGeom prst="rect">
            <a:avLst/>
          </a:prstGeom>
        </p:spPr>
        <p:txBody>
          <a:bodyPr anchor="t" rtlCol="false" tIns="0" lIns="0" bIns="0" rIns="0">
            <a:spAutoFit/>
          </a:bodyPr>
          <a:lstStyle/>
          <a:p>
            <a:pPr algn="ctr">
              <a:lnSpc>
                <a:spcPts val="2374"/>
              </a:lnSpc>
            </a:pPr>
            <a:r>
              <a:rPr lang="en-US" b="true" sz="2499">
                <a:solidFill>
                  <a:srgbClr val="FFFFFF"/>
                </a:solidFill>
                <a:latin typeface="TT Fors Bold"/>
                <a:ea typeface="TT Fors Bold"/>
                <a:cs typeface="TT Fors Bold"/>
                <a:sym typeface="TT Fors Bold"/>
              </a:rPr>
              <a:t>HOME</a:t>
            </a:r>
          </a:p>
        </p:txBody>
      </p:sp>
      <p:sp>
        <p:nvSpPr>
          <p:cNvPr name="TextBox 34" id="34"/>
          <p:cNvSpPr txBox="true"/>
          <p:nvPr/>
        </p:nvSpPr>
        <p:spPr>
          <a:xfrm rot="0">
            <a:off x="12868707"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ABOUT</a:t>
            </a:r>
          </a:p>
        </p:txBody>
      </p:sp>
      <p:sp>
        <p:nvSpPr>
          <p:cNvPr name="TextBox 35" id="35"/>
          <p:cNvSpPr txBox="true"/>
          <p:nvPr/>
        </p:nvSpPr>
        <p:spPr>
          <a:xfrm rot="0">
            <a:off x="1794133" y="600884"/>
            <a:ext cx="1714818" cy="739808"/>
          </a:xfrm>
          <a:prstGeom prst="rect">
            <a:avLst/>
          </a:prstGeom>
        </p:spPr>
        <p:txBody>
          <a:bodyPr anchor="t" rtlCol="false" tIns="0" lIns="0" bIns="0" rIns="0">
            <a:spAutoFit/>
          </a:bodyPr>
          <a:lstStyle/>
          <a:p>
            <a:pPr algn="l">
              <a:lnSpc>
                <a:spcPts val="2949"/>
              </a:lnSpc>
            </a:pPr>
            <a:r>
              <a:rPr lang="en-US" sz="2499">
                <a:solidFill>
                  <a:srgbClr val="FFFFFF"/>
                </a:solidFill>
                <a:latin typeface="TT Fors"/>
                <a:ea typeface="TT Fors"/>
                <a:cs typeface="TT Fors"/>
                <a:sym typeface="TT Fors"/>
              </a:rPr>
              <a:t>LARANA GARDEN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278790" y="411377"/>
            <a:ext cx="17730420" cy="1109296"/>
            <a:chOff x="0" y="0"/>
            <a:chExt cx="4669740" cy="292160"/>
          </a:xfrm>
        </p:grpSpPr>
        <p:sp>
          <p:nvSpPr>
            <p:cNvPr name="Freeform 4" id="4"/>
            <p:cNvSpPr/>
            <p:nvPr/>
          </p:nvSpPr>
          <p:spPr>
            <a:xfrm flipH="false" flipV="false" rot="0">
              <a:off x="0" y="0"/>
              <a:ext cx="4669740" cy="292160"/>
            </a:xfrm>
            <a:custGeom>
              <a:avLst/>
              <a:gdLst/>
              <a:ahLst/>
              <a:cxnLst/>
              <a:rect r="r" b="b" t="t" l="l"/>
              <a:pathLst>
                <a:path h="292160" w="4669740">
                  <a:moveTo>
                    <a:pt x="33185" y="0"/>
                  </a:moveTo>
                  <a:lnTo>
                    <a:pt x="4636555" y="0"/>
                  </a:lnTo>
                  <a:cubicBezTo>
                    <a:pt x="4654883" y="0"/>
                    <a:pt x="4669740" y="14857"/>
                    <a:pt x="4669740" y="33185"/>
                  </a:cubicBezTo>
                  <a:lnTo>
                    <a:pt x="4669740" y="258975"/>
                  </a:lnTo>
                  <a:cubicBezTo>
                    <a:pt x="4669740" y="277303"/>
                    <a:pt x="4654883" y="292160"/>
                    <a:pt x="4636555" y="292160"/>
                  </a:cubicBezTo>
                  <a:lnTo>
                    <a:pt x="33185" y="292160"/>
                  </a:lnTo>
                  <a:cubicBezTo>
                    <a:pt x="24384" y="292160"/>
                    <a:pt x="15943" y="288664"/>
                    <a:pt x="9720" y="282441"/>
                  </a:cubicBezTo>
                  <a:cubicBezTo>
                    <a:pt x="3496" y="276217"/>
                    <a:pt x="0" y="267776"/>
                    <a:pt x="0" y="258975"/>
                  </a:cubicBezTo>
                  <a:lnTo>
                    <a:pt x="0" y="33185"/>
                  </a:lnTo>
                  <a:cubicBezTo>
                    <a:pt x="0" y="14857"/>
                    <a:pt x="14857" y="0"/>
                    <a:pt x="33185" y="0"/>
                  </a:cubicBezTo>
                  <a:close/>
                </a:path>
              </a:pathLst>
            </a:custGeom>
            <a:gradFill rotWithShape="true">
              <a:gsLst>
                <a:gs pos="0">
                  <a:srgbClr val="353E05">
                    <a:alpha val="72000"/>
                  </a:srgbClr>
                </a:gs>
                <a:gs pos="100000">
                  <a:srgbClr val="758A10">
                    <a:alpha val="72000"/>
                  </a:srgbClr>
                </a:gs>
              </a:gsLst>
              <a:lin ang="0"/>
            </a:gradFill>
            <a:ln w="19050" cap="rnd">
              <a:solidFill>
                <a:srgbClr val="E1E4A3">
                  <a:alpha val="71765"/>
                </a:srgbClr>
              </a:solidFill>
              <a:prstDash val="solid"/>
              <a:round/>
            </a:ln>
          </p:spPr>
        </p:sp>
        <p:sp>
          <p:nvSpPr>
            <p:cNvPr name="TextBox 5" id="5"/>
            <p:cNvSpPr txBox="true"/>
            <p:nvPr/>
          </p:nvSpPr>
          <p:spPr>
            <a:xfrm>
              <a:off x="0" y="66675"/>
              <a:ext cx="4669740" cy="225485"/>
            </a:xfrm>
            <a:prstGeom prst="rect">
              <a:avLst/>
            </a:prstGeom>
          </p:spPr>
          <p:txBody>
            <a:bodyPr anchor="ctr" rtlCol="false" tIns="50800" lIns="50800" bIns="50800" rIns="50800"/>
            <a:lstStyle/>
            <a:p>
              <a:pPr algn="ctr">
                <a:lnSpc>
                  <a:spcPts val="2374"/>
                </a:lnSpc>
              </a:pPr>
            </a:p>
          </p:txBody>
        </p:sp>
      </p:grpSp>
      <p:sp>
        <p:nvSpPr>
          <p:cNvPr name="Freeform 6" id="6"/>
          <p:cNvSpPr/>
          <p:nvPr/>
        </p:nvSpPr>
        <p:spPr>
          <a:xfrm flipH="false" flipV="false" rot="0">
            <a:off x="964902" y="591359"/>
            <a:ext cx="698634" cy="738856"/>
          </a:xfrm>
          <a:custGeom>
            <a:avLst/>
            <a:gdLst/>
            <a:ahLst/>
            <a:cxnLst/>
            <a:rect r="r" b="b" t="t" l="l"/>
            <a:pathLst>
              <a:path h="738856" w="698634">
                <a:moveTo>
                  <a:pt x="0" y="0"/>
                </a:moveTo>
                <a:lnTo>
                  <a:pt x="698634" y="0"/>
                </a:lnTo>
                <a:lnTo>
                  <a:pt x="698634" y="738856"/>
                </a:lnTo>
                <a:lnTo>
                  <a:pt x="0" y="7388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2006983" y="6999168"/>
            <a:ext cx="6639510" cy="2130276"/>
            <a:chOff x="0" y="0"/>
            <a:chExt cx="1748678" cy="561060"/>
          </a:xfrm>
        </p:grpSpPr>
        <p:sp>
          <p:nvSpPr>
            <p:cNvPr name="Freeform 8" id="8"/>
            <p:cNvSpPr/>
            <p:nvPr/>
          </p:nvSpPr>
          <p:spPr>
            <a:xfrm flipH="false" flipV="false" rot="0">
              <a:off x="0" y="0"/>
              <a:ext cx="1748678" cy="561060"/>
            </a:xfrm>
            <a:custGeom>
              <a:avLst/>
              <a:gdLst/>
              <a:ahLst/>
              <a:cxnLst/>
              <a:rect r="r" b="b" t="t" l="l"/>
              <a:pathLst>
                <a:path h="561060" w="1748678">
                  <a:moveTo>
                    <a:pt x="37313" y="0"/>
                  </a:moveTo>
                  <a:lnTo>
                    <a:pt x="1711364" y="0"/>
                  </a:lnTo>
                  <a:cubicBezTo>
                    <a:pt x="1721260" y="0"/>
                    <a:pt x="1730751" y="3931"/>
                    <a:pt x="1737749" y="10929"/>
                  </a:cubicBezTo>
                  <a:cubicBezTo>
                    <a:pt x="1744746" y="17926"/>
                    <a:pt x="1748678" y="27417"/>
                    <a:pt x="1748678" y="37313"/>
                  </a:cubicBezTo>
                  <a:lnTo>
                    <a:pt x="1748678" y="523747"/>
                  </a:lnTo>
                  <a:cubicBezTo>
                    <a:pt x="1748678" y="533643"/>
                    <a:pt x="1744746" y="543134"/>
                    <a:pt x="1737749" y="550132"/>
                  </a:cubicBezTo>
                  <a:cubicBezTo>
                    <a:pt x="1730751" y="557129"/>
                    <a:pt x="1721260" y="561060"/>
                    <a:pt x="1711364" y="561060"/>
                  </a:cubicBezTo>
                  <a:lnTo>
                    <a:pt x="37313" y="561060"/>
                  </a:lnTo>
                  <a:cubicBezTo>
                    <a:pt x="27417" y="561060"/>
                    <a:pt x="17926" y="557129"/>
                    <a:pt x="10929" y="550132"/>
                  </a:cubicBezTo>
                  <a:cubicBezTo>
                    <a:pt x="3931" y="543134"/>
                    <a:pt x="0" y="533643"/>
                    <a:pt x="0" y="523747"/>
                  </a:cubicBezTo>
                  <a:lnTo>
                    <a:pt x="0" y="37313"/>
                  </a:lnTo>
                  <a:cubicBezTo>
                    <a:pt x="0" y="27417"/>
                    <a:pt x="3931" y="17926"/>
                    <a:pt x="10929" y="10929"/>
                  </a:cubicBezTo>
                  <a:cubicBezTo>
                    <a:pt x="17926" y="3931"/>
                    <a:pt x="27417" y="0"/>
                    <a:pt x="37313" y="0"/>
                  </a:cubicBezTo>
                  <a:close/>
                </a:path>
              </a:pathLst>
            </a:custGeom>
            <a:solidFill>
              <a:srgbClr val="1D2515">
                <a:alpha val="44706"/>
              </a:srgbClr>
            </a:solidFill>
            <a:ln cap="rnd">
              <a:noFill/>
              <a:prstDash val="solid"/>
              <a:round/>
            </a:ln>
          </p:spPr>
        </p:sp>
        <p:sp>
          <p:nvSpPr>
            <p:cNvPr name="TextBox 9" id="9"/>
            <p:cNvSpPr txBox="true"/>
            <p:nvPr/>
          </p:nvSpPr>
          <p:spPr>
            <a:xfrm>
              <a:off x="0" y="66675"/>
              <a:ext cx="1748678" cy="494385"/>
            </a:xfrm>
            <a:prstGeom prst="rect">
              <a:avLst/>
            </a:prstGeom>
          </p:spPr>
          <p:txBody>
            <a:bodyPr anchor="ctr" rtlCol="false" tIns="50800" lIns="50800" bIns="50800" rIns="50800"/>
            <a:lstStyle/>
            <a:p>
              <a:pPr algn="ctr">
                <a:lnSpc>
                  <a:spcPts val="2374"/>
                </a:lnSpc>
              </a:pPr>
            </a:p>
          </p:txBody>
        </p:sp>
      </p:grpSp>
      <p:grpSp>
        <p:nvGrpSpPr>
          <p:cNvPr name="Group 10" id="10"/>
          <p:cNvGrpSpPr/>
          <p:nvPr/>
        </p:nvGrpSpPr>
        <p:grpSpPr>
          <a:xfrm rot="0">
            <a:off x="9467388" y="6999168"/>
            <a:ext cx="6639510" cy="2130276"/>
            <a:chOff x="0" y="0"/>
            <a:chExt cx="1748678" cy="561060"/>
          </a:xfrm>
        </p:grpSpPr>
        <p:sp>
          <p:nvSpPr>
            <p:cNvPr name="Freeform 11" id="11"/>
            <p:cNvSpPr/>
            <p:nvPr/>
          </p:nvSpPr>
          <p:spPr>
            <a:xfrm flipH="false" flipV="false" rot="0">
              <a:off x="0" y="0"/>
              <a:ext cx="1748678" cy="561060"/>
            </a:xfrm>
            <a:custGeom>
              <a:avLst/>
              <a:gdLst/>
              <a:ahLst/>
              <a:cxnLst/>
              <a:rect r="r" b="b" t="t" l="l"/>
              <a:pathLst>
                <a:path h="561060" w="1748678">
                  <a:moveTo>
                    <a:pt x="37313" y="0"/>
                  </a:moveTo>
                  <a:lnTo>
                    <a:pt x="1711364" y="0"/>
                  </a:lnTo>
                  <a:cubicBezTo>
                    <a:pt x="1721260" y="0"/>
                    <a:pt x="1730751" y="3931"/>
                    <a:pt x="1737749" y="10929"/>
                  </a:cubicBezTo>
                  <a:cubicBezTo>
                    <a:pt x="1744746" y="17926"/>
                    <a:pt x="1748678" y="27417"/>
                    <a:pt x="1748678" y="37313"/>
                  </a:cubicBezTo>
                  <a:lnTo>
                    <a:pt x="1748678" y="523747"/>
                  </a:lnTo>
                  <a:cubicBezTo>
                    <a:pt x="1748678" y="533643"/>
                    <a:pt x="1744746" y="543134"/>
                    <a:pt x="1737749" y="550132"/>
                  </a:cubicBezTo>
                  <a:cubicBezTo>
                    <a:pt x="1730751" y="557129"/>
                    <a:pt x="1721260" y="561060"/>
                    <a:pt x="1711364" y="561060"/>
                  </a:cubicBezTo>
                  <a:lnTo>
                    <a:pt x="37313" y="561060"/>
                  </a:lnTo>
                  <a:cubicBezTo>
                    <a:pt x="27417" y="561060"/>
                    <a:pt x="17926" y="557129"/>
                    <a:pt x="10929" y="550132"/>
                  </a:cubicBezTo>
                  <a:cubicBezTo>
                    <a:pt x="3931" y="543134"/>
                    <a:pt x="0" y="533643"/>
                    <a:pt x="0" y="523747"/>
                  </a:cubicBezTo>
                  <a:lnTo>
                    <a:pt x="0" y="37313"/>
                  </a:lnTo>
                  <a:cubicBezTo>
                    <a:pt x="0" y="27417"/>
                    <a:pt x="3931" y="17926"/>
                    <a:pt x="10929" y="10929"/>
                  </a:cubicBezTo>
                  <a:cubicBezTo>
                    <a:pt x="17926" y="3931"/>
                    <a:pt x="27417" y="0"/>
                    <a:pt x="37313" y="0"/>
                  </a:cubicBezTo>
                  <a:close/>
                </a:path>
              </a:pathLst>
            </a:custGeom>
            <a:solidFill>
              <a:srgbClr val="1D2515">
                <a:alpha val="44706"/>
              </a:srgbClr>
            </a:solidFill>
            <a:ln cap="rnd">
              <a:noFill/>
              <a:prstDash val="solid"/>
              <a:round/>
            </a:ln>
          </p:spPr>
        </p:sp>
        <p:sp>
          <p:nvSpPr>
            <p:cNvPr name="TextBox 12" id="12"/>
            <p:cNvSpPr txBox="true"/>
            <p:nvPr/>
          </p:nvSpPr>
          <p:spPr>
            <a:xfrm>
              <a:off x="0" y="66675"/>
              <a:ext cx="1748678" cy="494385"/>
            </a:xfrm>
            <a:prstGeom prst="rect">
              <a:avLst/>
            </a:prstGeom>
          </p:spPr>
          <p:txBody>
            <a:bodyPr anchor="ctr" rtlCol="false" tIns="50800" lIns="50800" bIns="50800" rIns="50800"/>
            <a:lstStyle/>
            <a:p>
              <a:pPr algn="ctr">
                <a:lnSpc>
                  <a:spcPts val="2374"/>
                </a:lnSpc>
              </a:pPr>
            </a:p>
          </p:txBody>
        </p:sp>
      </p:grpSp>
      <p:grpSp>
        <p:nvGrpSpPr>
          <p:cNvPr name="Group 13" id="13"/>
          <p:cNvGrpSpPr/>
          <p:nvPr/>
        </p:nvGrpSpPr>
        <p:grpSpPr>
          <a:xfrm rot="0">
            <a:off x="2006983" y="4174916"/>
            <a:ext cx="6639510" cy="2624227"/>
            <a:chOff x="0" y="0"/>
            <a:chExt cx="1468185" cy="580292"/>
          </a:xfrm>
        </p:grpSpPr>
        <p:sp>
          <p:nvSpPr>
            <p:cNvPr name="Freeform 14" id="14"/>
            <p:cNvSpPr/>
            <p:nvPr/>
          </p:nvSpPr>
          <p:spPr>
            <a:xfrm flipH="false" flipV="false" rot="0">
              <a:off x="0" y="0"/>
              <a:ext cx="1468185" cy="580292"/>
            </a:xfrm>
            <a:custGeom>
              <a:avLst/>
              <a:gdLst/>
              <a:ahLst/>
              <a:cxnLst/>
              <a:rect r="r" b="b" t="t" l="l"/>
              <a:pathLst>
                <a:path h="580292" w="1468185">
                  <a:moveTo>
                    <a:pt x="26819" y="0"/>
                  </a:moveTo>
                  <a:lnTo>
                    <a:pt x="1441367" y="0"/>
                  </a:lnTo>
                  <a:cubicBezTo>
                    <a:pt x="1456178" y="0"/>
                    <a:pt x="1468185" y="12007"/>
                    <a:pt x="1468185" y="26819"/>
                  </a:cubicBezTo>
                  <a:lnTo>
                    <a:pt x="1468185" y="553473"/>
                  </a:lnTo>
                  <a:cubicBezTo>
                    <a:pt x="1468185" y="568284"/>
                    <a:pt x="1456178" y="580292"/>
                    <a:pt x="1441367" y="580292"/>
                  </a:cubicBezTo>
                  <a:lnTo>
                    <a:pt x="26819" y="580292"/>
                  </a:lnTo>
                  <a:cubicBezTo>
                    <a:pt x="12007" y="580292"/>
                    <a:pt x="0" y="568284"/>
                    <a:pt x="0" y="553473"/>
                  </a:cubicBezTo>
                  <a:lnTo>
                    <a:pt x="0" y="26819"/>
                  </a:lnTo>
                  <a:cubicBezTo>
                    <a:pt x="0" y="12007"/>
                    <a:pt x="12007" y="0"/>
                    <a:pt x="26819" y="0"/>
                  </a:cubicBezTo>
                  <a:close/>
                </a:path>
              </a:pathLst>
            </a:custGeom>
            <a:blipFill>
              <a:blip r:embed="rId5"/>
              <a:stretch>
                <a:fillRect l="0" t="-53545" r="0" b="-15020"/>
              </a:stretch>
            </a:blipFill>
          </p:spPr>
        </p:sp>
      </p:grpSp>
      <p:grpSp>
        <p:nvGrpSpPr>
          <p:cNvPr name="Group 15" id="15"/>
          <p:cNvGrpSpPr/>
          <p:nvPr/>
        </p:nvGrpSpPr>
        <p:grpSpPr>
          <a:xfrm rot="0">
            <a:off x="9467388" y="4174916"/>
            <a:ext cx="6639510" cy="2624227"/>
            <a:chOff x="0" y="0"/>
            <a:chExt cx="1468185" cy="580292"/>
          </a:xfrm>
        </p:grpSpPr>
        <p:sp>
          <p:nvSpPr>
            <p:cNvPr name="Freeform 16" id="16"/>
            <p:cNvSpPr/>
            <p:nvPr/>
          </p:nvSpPr>
          <p:spPr>
            <a:xfrm flipH="false" flipV="false" rot="0">
              <a:off x="0" y="0"/>
              <a:ext cx="1468185" cy="580292"/>
            </a:xfrm>
            <a:custGeom>
              <a:avLst/>
              <a:gdLst/>
              <a:ahLst/>
              <a:cxnLst/>
              <a:rect r="r" b="b" t="t" l="l"/>
              <a:pathLst>
                <a:path h="580292" w="1468185">
                  <a:moveTo>
                    <a:pt x="26819" y="0"/>
                  </a:moveTo>
                  <a:lnTo>
                    <a:pt x="1441367" y="0"/>
                  </a:lnTo>
                  <a:cubicBezTo>
                    <a:pt x="1456178" y="0"/>
                    <a:pt x="1468185" y="12007"/>
                    <a:pt x="1468185" y="26819"/>
                  </a:cubicBezTo>
                  <a:lnTo>
                    <a:pt x="1468185" y="553473"/>
                  </a:lnTo>
                  <a:cubicBezTo>
                    <a:pt x="1468185" y="568284"/>
                    <a:pt x="1456178" y="580292"/>
                    <a:pt x="1441367" y="580292"/>
                  </a:cubicBezTo>
                  <a:lnTo>
                    <a:pt x="26819" y="580292"/>
                  </a:lnTo>
                  <a:cubicBezTo>
                    <a:pt x="12007" y="580292"/>
                    <a:pt x="0" y="568284"/>
                    <a:pt x="0" y="553473"/>
                  </a:cubicBezTo>
                  <a:lnTo>
                    <a:pt x="0" y="26819"/>
                  </a:lnTo>
                  <a:cubicBezTo>
                    <a:pt x="0" y="12007"/>
                    <a:pt x="12007" y="0"/>
                    <a:pt x="26819" y="0"/>
                  </a:cubicBezTo>
                  <a:close/>
                </a:path>
              </a:pathLst>
            </a:custGeom>
            <a:blipFill>
              <a:blip r:embed="rId6"/>
              <a:stretch>
                <a:fillRect l="0" t="-105816" r="0" b="-47191"/>
              </a:stretch>
            </a:blipFill>
          </p:spPr>
        </p:sp>
      </p:grpSp>
      <p:sp>
        <p:nvSpPr>
          <p:cNvPr name="TextBox 17" id="17"/>
          <p:cNvSpPr txBox="true"/>
          <p:nvPr/>
        </p:nvSpPr>
        <p:spPr>
          <a:xfrm rot="0">
            <a:off x="10196504" y="845384"/>
            <a:ext cx="1714818" cy="307958"/>
          </a:xfrm>
          <a:prstGeom prst="rect">
            <a:avLst/>
          </a:prstGeom>
        </p:spPr>
        <p:txBody>
          <a:bodyPr anchor="t" rtlCol="false" tIns="0" lIns="0" bIns="0" rIns="0">
            <a:spAutoFit/>
          </a:bodyPr>
          <a:lstStyle/>
          <a:p>
            <a:pPr algn="ctr">
              <a:lnSpc>
                <a:spcPts val="2374"/>
              </a:lnSpc>
            </a:pPr>
            <a:r>
              <a:rPr lang="en-US" b="true" sz="2499">
                <a:solidFill>
                  <a:srgbClr val="FFFFFF"/>
                </a:solidFill>
                <a:latin typeface="TT Fors Bold"/>
                <a:ea typeface="TT Fors Bold"/>
                <a:cs typeface="TT Fors Bold"/>
                <a:sym typeface="TT Fors Bold"/>
              </a:rPr>
              <a:t>HOME</a:t>
            </a:r>
          </a:p>
        </p:txBody>
      </p:sp>
      <p:sp>
        <p:nvSpPr>
          <p:cNvPr name="TextBox 18" id="18"/>
          <p:cNvSpPr txBox="true"/>
          <p:nvPr/>
        </p:nvSpPr>
        <p:spPr>
          <a:xfrm rot="0">
            <a:off x="12868707"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ABOUT</a:t>
            </a:r>
          </a:p>
        </p:txBody>
      </p:sp>
      <p:sp>
        <p:nvSpPr>
          <p:cNvPr name="TextBox 19" id="19"/>
          <p:cNvSpPr txBox="true"/>
          <p:nvPr/>
        </p:nvSpPr>
        <p:spPr>
          <a:xfrm rot="0">
            <a:off x="15544482"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MORE</a:t>
            </a:r>
          </a:p>
        </p:txBody>
      </p:sp>
      <p:sp>
        <p:nvSpPr>
          <p:cNvPr name="TextBox 20" id="20"/>
          <p:cNvSpPr txBox="true"/>
          <p:nvPr/>
        </p:nvSpPr>
        <p:spPr>
          <a:xfrm rot="0">
            <a:off x="1794133" y="600884"/>
            <a:ext cx="1714818" cy="739808"/>
          </a:xfrm>
          <a:prstGeom prst="rect">
            <a:avLst/>
          </a:prstGeom>
        </p:spPr>
        <p:txBody>
          <a:bodyPr anchor="t" rtlCol="false" tIns="0" lIns="0" bIns="0" rIns="0">
            <a:spAutoFit/>
          </a:bodyPr>
          <a:lstStyle/>
          <a:p>
            <a:pPr algn="l">
              <a:lnSpc>
                <a:spcPts val="2949"/>
              </a:lnSpc>
            </a:pPr>
            <a:r>
              <a:rPr lang="en-US" sz="2499">
                <a:solidFill>
                  <a:srgbClr val="FFFFFF"/>
                </a:solidFill>
                <a:latin typeface="TT Fors"/>
                <a:ea typeface="TT Fors"/>
                <a:cs typeface="TT Fors"/>
                <a:sym typeface="TT Fors"/>
              </a:rPr>
              <a:t>LARANA GARDEN</a:t>
            </a:r>
          </a:p>
        </p:txBody>
      </p:sp>
      <p:sp>
        <p:nvSpPr>
          <p:cNvPr name="TextBox 21" id="21"/>
          <p:cNvSpPr txBox="true"/>
          <p:nvPr/>
        </p:nvSpPr>
        <p:spPr>
          <a:xfrm rot="0">
            <a:off x="4017345" y="2742958"/>
            <a:ext cx="10253311" cy="889033"/>
          </a:xfrm>
          <a:prstGeom prst="rect">
            <a:avLst/>
          </a:prstGeom>
        </p:spPr>
        <p:txBody>
          <a:bodyPr anchor="t" rtlCol="false" tIns="0" lIns="0" bIns="0" rIns="0">
            <a:spAutoFit/>
          </a:bodyPr>
          <a:lstStyle/>
          <a:p>
            <a:pPr algn="ctr">
              <a:lnSpc>
                <a:spcPts val="6649"/>
              </a:lnSpc>
            </a:pPr>
            <a:r>
              <a:rPr lang="en-US" sz="6999" b="true">
                <a:solidFill>
                  <a:srgbClr val="FFFFFF"/>
                </a:solidFill>
                <a:latin typeface="TT Fors Bold"/>
                <a:ea typeface="TT Fors Bold"/>
                <a:cs typeface="TT Fors Bold"/>
                <a:sym typeface="TT Fors Bold"/>
              </a:rPr>
              <a:t>Seeds VS Seedlings</a:t>
            </a:r>
          </a:p>
        </p:txBody>
      </p:sp>
      <p:sp>
        <p:nvSpPr>
          <p:cNvPr name="TextBox 22" id="22"/>
          <p:cNvSpPr txBox="true"/>
          <p:nvPr/>
        </p:nvSpPr>
        <p:spPr>
          <a:xfrm rot="0">
            <a:off x="2749304" y="7349636"/>
            <a:ext cx="3676437" cy="365142"/>
          </a:xfrm>
          <a:prstGeom prst="rect">
            <a:avLst/>
          </a:prstGeom>
        </p:spPr>
        <p:txBody>
          <a:bodyPr anchor="t" rtlCol="false" tIns="0" lIns="0" bIns="0" rIns="0">
            <a:spAutoFit/>
          </a:bodyPr>
          <a:lstStyle/>
          <a:p>
            <a:pPr algn="l">
              <a:lnSpc>
                <a:spcPts val="2974"/>
              </a:lnSpc>
            </a:pPr>
            <a:r>
              <a:rPr lang="en-US" sz="2499" i="true" b="true">
                <a:solidFill>
                  <a:srgbClr val="FFFFFF"/>
                </a:solidFill>
                <a:latin typeface="TT Fors Bold Italics"/>
                <a:ea typeface="TT Fors Bold Italics"/>
                <a:cs typeface="TT Fors Bold Italics"/>
                <a:sym typeface="TT Fors Bold Italics"/>
              </a:rPr>
              <a:t>Starting from seeds</a:t>
            </a:r>
          </a:p>
        </p:txBody>
      </p:sp>
      <p:sp>
        <p:nvSpPr>
          <p:cNvPr name="TextBox 23" id="23"/>
          <p:cNvSpPr txBox="true"/>
          <p:nvPr/>
        </p:nvSpPr>
        <p:spPr>
          <a:xfrm rot="0">
            <a:off x="2749304" y="7915967"/>
            <a:ext cx="5503107" cy="802485"/>
          </a:xfrm>
          <a:prstGeom prst="rect">
            <a:avLst/>
          </a:prstGeom>
        </p:spPr>
        <p:txBody>
          <a:bodyPr anchor="t" rtlCol="false" tIns="0" lIns="0" bIns="0" rIns="0">
            <a:spAutoFit/>
          </a:bodyPr>
          <a:lstStyle/>
          <a:p>
            <a:pPr algn="l">
              <a:lnSpc>
                <a:spcPts val="2142"/>
              </a:lnSpc>
            </a:pPr>
            <a:r>
              <a:rPr lang="en-US" sz="1800" i="true">
                <a:solidFill>
                  <a:srgbClr val="FFFFFF"/>
                </a:solidFill>
                <a:latin typeface="TT Fors Italics"/>
                <a:ea typeface="TT Fors Italics"/>
                <a:cs typeface="TT Fors Italics"/>
                <a:sym typeface="TT Fors Italics"/>
              </a:rPr>
              <a:t>Lorem ipsum dolor sit amet, consectetur adipiscing elit, sed do eiusmod tempor incididunt ut labore et dolore magna aliqua. Ut enim ad minim veniam.</a:t>
            </a:r>
          </a:p>
        </p:txBody>
      </p:sp>
      <p:sp>
        <p:nvSpPr>
          <p:cNvPr name="TextBox 24" id="24"/>
          <p:cNvSpPr txBox="true"/>
          <p:nvPr/>
        </p:nvSpPr>
        <p:spPr>
          <a:xfrm rot="0">
            <a:off x="10035589" y="7349636"/>
            <a:ext cx="3676437" cy="365142"/>
          </a:xfrm>
          <a:prstGeom prst="rect">
            <a:avLst/>
          </a:prstGeom>
        </p:spPr>
        <p:txBody>
          <a:bodyPr anchor="t" rtlCol="false" tIns="0" lIns="0" bIns="0" rIns="0">
            <a:spAutoFit/>
          </a:bodyPr>
          <a:lstStyle/>
          <a:p>
            <a:pPr algn="l">
              <a:lnSpc>
                <a:spcPts val="2974"/>
              </a:lnSpc>
            </a:pPr>
            <a:r>
              <a:rPr lang="en-US" sz="2499" i="true" b="true">
                <a:solidFill>
                  <a:srgbClr val="FFFFFF"/>
                </a:solidFill>
                <a:latin typeface="TT Fors Bold Italics"/>
                <a:ea typeface="TT Fors Bold Italics"/>
                <a:cs typeface="TT Fors Bold Italics"/>
                <a:sym typeface="TT Fors Bold Italics"/>
              </a:rPr>
              <a:t>Buying seedlings</a:t>
            </a:r>
          </a:p>
        </p:txBody>
      </p:sp>
      <p:sp>
        <p:nvSpPr>
          <p:cNvPr name="TextBox 25" id="25"/>
          <p:cNvSpPr txBox="true"/>
          <p:nvPr/>
        </p:nvSpPr>
        <p:spPr>
          <a:xfrm rot="0">
            <a:off x="10035589" y="7915967"/>
            <a:ext cx="5503107" cy="802485"/>
          </a:xfrm>
          <a:prstGeom prst="rect">
            <a:avLst/>
          </a:prstGeom>
        </p:spPr>
        <p:txBody>
          <a:bodyPr anchor="t" rtlCol="false" tIns="0" lIns="0" bIns="0" rIns="0">
            <a:spAutoFit/>
          </a:bodyPr>
          <a:lstStyle/>
          <a:p>
            <a:pPr algn="l">
              <a:lnSpc>
                <a:spcPts val="2142"/>
              </a:lnSpc>
            </a:pPr>
            <a:r>
              <a:rPr lang="en-US" sz="1800" i="true">
                <a:solidFill>
                  <a:srgbClr val="FFFFFF"/>
                </a:solidFill>
                <a:latin typeface="TT Fors Italics"/>
                <a:ea typeface="TT Fors Italics"/>
                <a:cs typeface="TT Fors Italics"/>
                <a:sym typeface="TT Fors Italics"/>
              </a:rPr>
              <a:t>Lorem ipsum dolor sit amet, consectetur adipiscing elit, sed do eiusmod tempor incididunt ut labore et dolore magna aliqua. Ut enim ad minim veniam.</a:t>
            </a:r>
          </a:p>
        </p:txBody>
      </p:sp>
      <p:grpSp>
        <p:nvGrpSpPr>
          <p:cNvPr name="Group 26" id="26"/>
          <p:cNvGrpSpPr/>
          <p:nvPr/>
        </p:nvGrpSpPr>
        <p:grpSpPr>
          <a:xfrm rot="0">
            <a:off x="-674206" y="1867562"/>
            <a:ext cx="1671006" cy="1671006"/>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28" id="28"/>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grpSp>
        <p:nvGrpSpPr>
          <p:cNvPr name="Group 29" id="29"/>
          <p:cNvGrpSpPr/>
          <p:nvPr/>
        </p:nvGrpSpPr>
        <p:grpSpPr>
          <a:xfrm rot="0">
            <a:off x="17291199" y="7482660"/>
            <a:ext cx="1671006" cy="1671006"/>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31" id="31"/>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grpSp>
        <p:nvGrpSpPr>
          <p:cNvPr name="Group 32" id="32"/>
          <p:cNvGrpSpPr/>
          <p:nvPr/>
        </p:nvGrpSpPr>
        <p:grpSpPr>
          <a:xfrm rot="0">
            <a:off x="421807" y="2949032"/>
            <a:ext cx="641282" cy="641282"/>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34" id="34"/>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grpSp>
        <p:nvGrpSpPr>
          <p:cNvPr name="Group 35" id="35"/>
          <p:cNvGrpSpPr/>
          <p:nvPr/>
        </p:nvGrpSpPr>
        <p:grpSpPr>
          <a:xfrm rot="0">
            <a:off x="17259300" y="7291970"/>
            <a:ext cx="641282" cy="641282"/>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37" id="37"/>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grpSp>
        <p:nvGrpSpPr>
          <p:cNvPr name="Group 3" id="3"/>
          <p:cNvGrpSpPr/>
          <p:nvPr/>
        </p:nvGrpSpPr>
        <p:grpSpPr>
          <a:xfrm rot="0">
            <a:off x="278790" y="411377"/>
            <a:ext cx="17730420" cy="1109296"/>
            <a:chOff x="0" y="0"/>
            <a:chExt cx="4669740" cy="292160"/>
          </a:xfrm>
        </p:grpSpPr>
        <p:sp>
          <p:nvSpPr>
            <p:cNvPr name="Freeform 4" id="4"/>
            <p:cNvSpPr/>
            <p:nvPr/>
          </p:nvSpPr>
          <p:spPr>
            <a:xfrm flipH="false" flipV="false" rot="0">
              <a:off x="0" y="0"/>
              <a:ext cx="4669740" cy="292160"/>
            </a:xfrm>
            <a:custGeom>
              <a:avLst/>
              <a:gdLst/>
              <a:ahLst/>
              <a:cxnLst/>
              <a:rect r="r" b="b" t="t" l="l"/>
              <a:pathLst>
                <a:path h="292160" w="4669740">
                  <a:moveTo>
                    <a:pt x="33185" y="0"/>
                  </a:moveTo>
                  <a:lnTo>
                    <a:pt x="4636555" y="0"/>
                  </a:lnTo>
                  <a:cubicBezTo>
                    <a:pt x="4654883" y="0"/>
                    <a:pt x="4669740" y="14857"/>
                    <a:pt x="4669740" y="33185"/>
                  </a:cubicBezTo>
                  <a:lnTo>
                    <a:pt x="4669740" y="258975"/>
                  </a:lnTo>
                  <a:cubicBezTo>
                    <a:pt x="4669740" y="277303"/>
                    <a:pt x="4654883" y="292160"/>
                    <a:pt x="4636555" y="292160"/>
                  </a:cubicBezTo>
                  <a:lnTo>
                    <a:pt x="33185" y="292160"/>
                  </a:lnTo>
                  <a:cubicBezTo>
                    <a:pt x="24384" y="292160"/>
                    <a:pt x="15943" y="288664"/>
                    <a:pt x="9720" y="282441"/>
                  </a:cubicBezTo>
                  <a:cubicBezTo>
                    <a:pt x="3496" y="276217"/>
                    <a:pt x="0" y="267776"/>
                    <a:pt x="0" y="258975"/>
                  </a:cubicBezTo>
                  <a:lnTo>
                    <a:pt x="0" y="33185"/>
                  </a:lnTo>
                  <a:cubicBezTo>
                    <a:pt x="0" y="14857"/>
                    <a:pt x="14857" y="0"/>
                    <a:pt x="33185" y="0"/>
                  </a:cubicBezTo>
                  <a:close/>
                </a:path>
              </a:pathLst>
            </a:custGeom>
            <a:gradFill rotWithShape="true">
              <a:gsLst>
                <a:gs pos="0">
                  <a:srgbClr val="353E05">
                    <a:alpha val="72000"/>
                  </a:srgbClr>
                </a:gs>
                <a:gs pos="100000">
                  <a:srgbClr val="758A10">
                    <a:alpha val="72000"/>
                  </a:srgbClr>
                </a:gs>
              </a:gsLst>
              <a:lin ang="0"/>
            </a:gradFill>
            <a:ln w="19050" cap="rnd">
              <a:solidFill>
                <a:srgbClr val="E1E4A3">
                  <a:alpha val="71765"/>
                </a:srgbClr>
              </a:solidFill>
              <a:prstDash val="solid"/>
              <a:round/>
            </a:ln>
          </p:spPr>
        </p:sp>
        <p:sp>
          <p:nvSpPr>
            <p:cNvPr name="TextBox 5" id="5"/>
            <p:cNvSpPr txBox="true"/>
            <p:nvPr/>
          </p:nvSpPr>
          <p:spPr>
            <a:xfrm>
              <a:off x="0" y="66675"/>
              <a:ext cx="4669740" cy="225485"/>
            </a:xfrm>
            <a:prstGeom prst="rect">
              <a:avLst/>
            </a:prstGeom>
          </p:spPr>
          <p:txBody>
            <a:bodyPr anchor="ctr" rtlCol="false" tIns="50800" lIns="50800" bIns="50800" rIns="50800"/>
            <a:lstStyle/>
            <a:p>
              <a:pPr algn="ctr">
                <a:lnSpc>
                  <a:spcPts val="2374"/>
                </a:lnSpc>
              </a:pPr>
            </a:p>
          </p:txBody>
        </p:sp>
      </p:grpSp>
      <p:sp>
        <p:nvSpPr>
          <p:cNvPr name="Freeform 6" id="6"/>
          <p:cNvSpPr/>
          <p:nvPr/>
        </p:nvSpPr>
        <p:spPr>
          <a:xfrm flipH="false" flipV="false" rot="0">
            <a:off x="964902" y="591359"/>
            <a:ext cx="698634" cy="738856"/>
          </a:xfrm>
          <a:custGeom>
            <a:avLst/>
            <a:gdLst/>
            <a:ahLst/>
            <a:cxnLst/>
            <a:rect r="r" b="b" t="t" l="l"/>
            <a:pathLst>
              <a:path h="738856" w="698634">
                <a:moveTo>
                  <a:pt x="0" y="0"/>
                </a:moveTo>
                <a:lnTo>
                  <a:pt x="698634" y="0"/>
                </a:lnTo>
                <a:lnTo>
                  <a:pt x="698634" y="738856"/>
                </a:lnTo>
                <a:lnTo>
                  <a:pt x="0" y="7388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5544482"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MORE</a:t>
            </a:r>
          </a:p>
        </p:txBody>
      </p:sp>
      <p:grpSp>
        <p:nvGrpSpPr>
          <p:cNvPr name="Group 8" id="8"/>
          <p:cNvGrpSpPr/>
          <p:nvPr/>
        </p:nvGrpSpPr>
        <p:grpSpPr>
          <a:xfrm rot="0">
            <a:off x="1028700" y="2458901"/>
            <a:ext cx="5157664" cy="6416465"/>
            <a:chOff x="0" y="0"/>
            <a:chExt cx="1140507" cy="1418864"/>
          </a:xfrm>
        </p:grpSpPr>
        <p:sp>
          <p:nvSpPr>
            <p:cNvPr name="Freeform 9" id="9"/>
            <p:cNvSpPr/>
            <p:nvPr/>
          </p:nvSpPr>
          <p:spPr>
            <a:xfrm flipH="false" flipV="false" rot="0">
              <a:off x="0" y="0"/>
              <a:ext cx="1140507" cy="1418864"/>
            </a:xfrm>
            <a:custGeom>
              <a:avLst/>
              <a:gdLst/>
              <a:ahLst/>
              <a:cxnLst/>
              <a:rect r="r" b="b" t="t" l="l"/>
              <a:pathLst>
                <a:path h="1418864" w="1140507">
                  <a:moveTo>
                    <a:pt x="34524" y="0"/>
                  </a:moveTo>
                  <a:lnTo>
                    <a:pt x="1105983" y="0"/>
                  </a:lnTo>
                  <a:cubicBezTo>
                    <a:pt x="1125050" y="0"/>
                    <a:pt x="1140507" y="15457"/>
                    <a:pt x="1140507" y="34524"/>
                  </a:cubicBezTo>
                  <a:lnTo>
                    <a:pt x="1140507" y="1384340"/>
                  </a:lnTo>
                  <a:cubicBezTo>
                    <a:pt x="1140507" y="1403407"/>
                    <a:pt x="1125050" y="1418864"/>
                    <a:pt x="1105983" y="1418864"/>
                  </a:cubicBezTo>
                  <a:lnTo>
                    <a:pt x="34524" y="1418864"/>
                  </a:lnTo>
                  <a:cubicBezTo>
                    <a:pt x="15457" y="1418864"/>
                    <a:pt x="0" y="1403407"/>
                    <a:pt x="0" y="1384340"/>
                  </a:cubicBezTo>
                  <a:lnTo>
                    <a:pt x="0" y="34524"/>
                  </a:lnTo>
                  <a:cubicBezTo>
                    <a:pt x="0" y="15457"/>
                    <a:pt x="15457" y="0"/>
                    <a:pt x="34524" y="0"/>
                  </a:cubicBezTo>
                  <a:close/>
                </a:path>
              </a:pathLst>
            </a:custGeom>
            <a:blipFill>
              <a:blip r:embed="rId5"/>
              <a:stretch>
                <a:fillRect l="0" t="-11399" r="0" b="-9248"/>
              </a:stretch>
            </a:blipFill>
          </p:spPr>
        </p:sp>
      </p:grpSp>
      <p:grpSp>
        <p:nvGrpSpPr>
          <p:cNvPr name="Group 10" id="10"/>
          <p:cNvGrpSpPr/>
          <p:nvPr/>
        </p:nvGrpSpPr>
        <p:grpSpPr>
          <a:xfrm rot="0">
            <a:off x="6703708" y="4732424"/>
            <a:ext cx="5844897" cy="4142941"/>
            <a:chOff x="0" y="0"/>
            <a:chExt cx="1292474" cy="916123"/>
          </a:xfrm>
        </p:grpSpPr>
        <p:sp>
          <p:nvSpPr>
            <p:cNvPr name="Freeform 11" id="11"/>
            <p:cNvSpPr/>
            <p:nvPr/>
          </p:nvSpPr>
          <p:spPr>
            <a:xfrm flipH="false" flipV="false" rot="0">
              <a:off x="0" y="0"/>
              <a:ext cx="1292474" cy="916123"/>
            </a:xfrm>
            <a:custGeom>
              <a:avLst/>
              <a:gdLst/>
              <a:ahLst/>
              <a:cxnLst/>
              <a:rect r="r" b="b" t="t" l="l"/>
              <a:pathLst>
                <a:path h="916123" w="1292474">
                  <a:moveTo>
                    <a:pt x="30465" y="0"/>
                  </a:moveTo>
                  <a:lnTo>
                    <a:pt x="1262009" y="0"/>
                  </a:lnTo>
                  <a:cubicBezTo>
                    <a:pt x="1270089" y="0"/>
                    <a:pt x="1277838" y="3210"/>
                    <a:pt x="1283551" y="8923"/>
                  </a:cubicBezTo>
                  <a:cubicBezTo>
                    <a:pt x="1289264" y="14636"/>
                    <a:pt x="1292474" y="22385"/>
                    <a:pt x="1292474" y="30465"/>
                  </a:cubicBezTo>
                  <a:lnTo>
                    <a:pt x="1292474" y="885658"/>
                  </a:lnTo>
                  <a:cubicBezTo>
                    <a:pt x="1292474" y="902483"/>
                    <a:pt x="1278834" y="916123"/>
                    <a:pt x="1262009" y="916123"/>
                  </a:cubicBezTo>
                  <a:lnTo>
                    <a:pt x="30465" y="916123"/>
                  </a:lnTo>
                  <a:cubicBezTo>
                    <a:pt x="13640" y="916123"/>
                    <a:pt x="0" y="902483"/>
                    <a:pt x="0" y="885658"/>
                  </a:cubicBezTo>
                  <a:lnTo>
                    <a:pt x="0" y="30465"/>
                  </a:lnTo>
                  <a:cubicBezTo>
                    <a:pt x="0" y="13640"/>
                    <a:pt x="13640" y="0"/>
                    <a:pt x="30465" y="0"/>
                  </a:cubicBezTo>
                  <a:close/>
                </a:path>
              </a:pathLst>
            </a:custGeom>
            <a:blipFill>
              <a:blip r:embed="rId6"/>
              <a:stretch>
                <a:fillRect l="-3194" t="0" r="-3194" b="0"/>
              </a:stretch>
            </a:blipFill>
          </p:spPr>
        </p:sp>
      </p:grpSp>
      <p:sp>
        <p:nvSpPr>
          <p:cNvPr name="Freeform 12" id="12"/>
          <p:cNvSpPr/>
          <p:nvPr/>
        </p:nvSpPr>
        <p:spPr>
          <a:xfrm flipH="true" flipV="false" rot="0">
            <a:off x="15124270" y="9011876"/>
            <a:ext cx="1515119" cy="1987042"/>
          </a:xfrm>
          <a:custGeom>
            <a:avLst/>
            <a:gdLst/>
            <a:ahLst/>
            <a:cxnLst/>
            <a:rect r="r" b="b" t="t" l="l"/>
            <a:pathLst>
              <a:path h="1987042" w="1515119">
                <a:moveTo>
                  <a:pt x="1515119" y="0"/>
                </a:moveTo>
                <a:lnTo>
                  <a:pt x="0" y="0"/>
                </a:lnTo>
                <a:lnTo>
                  <a:pt x="0" y="1987042"/>
                </a:lnTo>
                <a:lnTo>
                  <a:pt x="1515119" y="1987042"/>
                </a:lnTo>
                <a:lnTo>
                  <a:pt x="1515119" y="0"/>
                </a:lnTo>
                <a:close/>
              </a:path>
            </a:pathLst>
          </a:custGeom>
          <a:blipFill>
            <a:blip r:embed="rId7"/>
            <a:stretch>
              <a:fillRect l="0" t="0" r="0" b="0"/>
            </a:stretch>
          </a:blipFill>
        </p:spPr>
      </p:sp>
      <p:sp>
        <p:nvSpPr>
          <p:cNvPr name="Freeform 13" id="13"/>
          <p:cNvSpPr/>
          <p:nvPr/>
        </p:nvSpPr>
        <p:spPr>
          <a:xfrm flipH="false" flipV="false" rot="0">
            <a:off x="-488777" y="2171550"/>
            <a:ext cx="1535134" cy="1710456"/>
          </a:xfrm>
          <a:custGeom>
            <a:avLst/>
            <a:gdLst/>
            <a:ahLst/>
            <a:cxnLst/>
            <a:rect r="r" b="b" t="t" l="l"/>
            <a:pathLst>
              <a:path h="1710456" w="1535134">
                <a:moveTo>
                  <a:pt x="0" y="0"/>
                </a:moveTo>
                <a:lnTo>
                  <a:pt x="1535134" y="0"/>
                </a:lnTo>
                <a:lnTo>
                  <a:pt x="1535134" y="1710456"/>
                </a:lnTo>
                <a:lnTo>
                  <a:pt x="0" y="1710456"/>
                </a:lnTo>
                <a:lnTo>
                  <a:pt x="0" y="0"/>
                </a:lnTo>
                <a:close/>
              </a:path>
            </a:pathLst>
          </a:custGeom>
          <a:blipFill>
            <a:blip r:embed="rId8"/>
            <a:stretch>
              <a:fillRect l="0" t="0" r="0" b="0"/>
            </a:stretch>
          </a:blipFill>
        </p:spPr>
      </p:sp>
      <p:sp>
        <p:nvSpPr>
          <p:cNvPr name="Freeform 14" id="14"/>
          <p:cNvSpPr/>
          <p:nvPr/>
        </p:nvSpPr>
        <p:spPr>
          <a:xfrm flipH="false" flipV="false" rot="1775209">
            <a:off x="2255106" y="9520588"/>
            <a:ext cx="2507689" cy="1532825"/>
          </a:xfrm>
          <a:custGeom>
            <a:avLst/>
            <a:gdLst/>
            <a:ahLst/>
            <a:cxnLst/>
            <a:rect r="r" b="b" t="t" l="l"/>
            <a:pathLst>
              <a:path h="1532825" w="2507689">
                <a:moveTo>
                  <a:pt x="0" y="0"/>
                </a:moveTo>
                <a:lnTo>
                  <a:pt x="2507689" y="0"/>
                </a:lnTo>
                <a:lnTo>
                  <a:pt x="2507689" y="1532824"/>
                </a:lnTo>
                <a:lnTo>
                  <a:pt x="0" y="1532824"/>
                </a:lnTo>
                <a:lnTo>
                  <a:pt x="0" y="0"/>
                </a:lnTo>
                <a:close/>
              </a:path>
            </a:pathLst>
          </a:custGeom>
          <a:blipFill>
            <a:blip r:embed="rId9"/>
            <a:stretch>
              <a:fillRect l="0" t="0" r="0" b="0"/>
            </a:stretch>
          </a:blipFill>
        </p:spPr>
      </p:sp>
      <p:sp>
        <p:nvSpPr>
          <p:cNvPr name="Freeform 15" id="15"/>
          <p:cNvSpPr/>
          <p:nvPr/>
        </p:nvSpPr>
        <p:spPr>
          <a:xfrm flipH="false" flipV="false" rot="-5400000">
            <a:off x="17251650" y="724825"/>
            <a:ext cx="1515119" cy="1987042"/>
          </a:xfrm>
          <a:custGeom>
            <a:avLst/>
            <a:gdLst/>
            <a:ahLst/>
            <a:cxnLst/>
            <a:rect r="r" b="b" t="t" l="l"/>
            <a:pathLst>
              <a:path h="1987042" w="1515119">
                <a:moveTo>
                  <a:pt x="0" y="0"/>
                </a:moveTo>
                <a:lnTo>
                  <a:pt x="1515120" y="0"/>
                </a:lnTo>
                <a:lnTo>
                  <a:pt x="1515120" y="1987042"/>
                </a:lnTo>
                <a:lnTo>
                  <a:pt x="0" y="1987042"/>
                </a:lnTo>
                <a:lnTo>
                  <a:pt x="0" y="0"/>
                </a:lnTo>
                <a:close/>
              </a:path>
            </a:pathLst>
          </a:custGeom>
          <a:blipFill>
            <a:blip r:embed="rId7"/>
            <a:stretch>
              <a:fillRect l="0" t="0" r="0" b="0"/>
            </a:stretch>
          </a:blipFill>
        </p:spPr>
      </p:sp>
      <p:sp>
        <p:nvSpPr>
          <p:cNvPr name="TextBox 16" id="16"/>
          <p:cNvSpPr txBox="true"/>
          <p:nvPr/>
        </p:nvSpPr>
        <p:spPr>
          <a:xfrm rot="0">
            <a:off x="10196504" y="845384"/>
            <a:ext cx="1714818" cy="307958"/>
          </a:xfrm>
          <a:prstGeom prst="rect">
            <a:avLst/>
          </a:prstGeom>
        </p:spPr>
        <p:txBody>
          <a:bodyPr anchor="t" rtlCol="false" tIns="0" lIns="0" bIns="0" rIns="0">
            <a:spAutoFit/>
          </a:bodyPr>
          <a:lstStyle/>
          <a:p>
            <a:pPr algn="ctr">
              <a:lnSpc>
                <a:spcPts val="2374"/>
              </a:lnSpc>
            </a:pPr>
            <a:r>
              <a:rPr lang="en-US" b="true" sz="2499">
                <a:solidFill>
                  <a:srgbClr val="FFFFFF"/>
                </a:solidFill>
                <a:latin typeface="TT Fors Bold"/>
                <a:ea typeface="TT Fors Bold"/>
                <a:cs typeface="TT Fors Bold"/>
                <a:sym typeface="TT Fors Bold"/>
              </a:rPr>
              <a:t>HOME</a:t>
            </a:r>
          </a:p>
        </p:txBody>
      </p:sp>
      <p:sp>
        <p:nvSpPr>
          <p:cNvPr name="TextBox 17" id="17"/>
          <p:cNvSpPr txBox="true"/>
          <p:nvPr/>
        </p:nvSpPr>
        <p:spPr>
          <a:xfrm rot="0">
            <a:off x="12868707"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ABOUT</a:t>
            </a:r>
          </a:p>
        </p:txBody>
      </p:sp>
      <p:sp>
        <p:nvSpPr>
          <p:cNvPr name="TextBox 18" id="18"/>
          <p:cNvSpPr txBox="true"/>
          <p:nvPr/>
        </p:nvSpPr>
        <p:spPr>
          <a:xfrm rot="0">
            <a:off x="1794133" y="600884"/>
            <a:ext cx="1714818" cy="739808"/>
          </a:xfrm>
          <a:prstGeom prst="rect">
            <a:avLst/>
          </a:prstGeom>
        </p:spPr>
        <p:txBody>
          <a:bodyPr anchor="t" rtlCol="false" tIns="0" lIns="0" bIns="0" rIns="0">
            <a:spAutoFit/>
          </a:bodyPr>
          <a:lstStyle/>
          <a:p>
            <a:pPr algn="l">
              <a:lnSpc>
                <a:spcPts val="2949"/>
              </a:lnSpc>
            </a:pPr>
            <a:r>
              <a:rPr lang="en-US" sz="2499">
                <a:solidFill>
                  <a:srgbClr val="FFFFFF"/>
                </a:solidFill>
                <a:latin typeface="TT Fors"/>
                <a:ea typeface="TT Fors"/>
                <a:cs typeface="TT Fors"/>
                <a:sym typeface="TT Fors"/>
              </a:rPr>
              <a:t>LARANA GARDEN</a:t>
            </a:r>
          </a:p>
        </p:txBody>
      </p:sp>
      <p:sp>
        <p:nvSpPr>
          <p:cNvPr name="TextBox 19" id="19"/>
          <p:cNvSpPr txBox="true"/>
          <p:nvPr/>
        </p:nvSpPr>
        <p:spPr>
          <a:xfrm rot="0">
            <a:off x="6703708" y="3198228"/>
            <a:ext cx="10243525" cy="889033"/>
          </a:xfrm>
          <a:prstGeom prst="rect">
            <a:avLst/>
          </a:prstGeom>
        </p:spPr>
        <p:txBody>
          <a:bodyPr anchor="t" rtlCol="false" tIns="0" lIns="0" bIns="0" rIns="0">
            <a:spAutoFit/>
          </a:bodyPr>
          <a:lstStyle/>
          <a:p>
            <a:pPr algn="l">
              <a:lnSpc>
                <a:spcPts val="6649"/>
              </a:lnSpc>
            </a:pPr>
            <a:r>
              <a:rPr lang="en-US" sz="6999" b="true">
                <a:solidFill>
                  <a:srgbClr val="42501D"/>
                </a:solidFill>
                <a:latin typeface="TT Fors Bold"/>
                <a:ea typeface="TT Fors Bold"/>
                <a:cs typeface="TT Fors Bold"/>
                <a:sym typeface="TT Fors Bold"/>
              </a:rPr>
              <a:t>Watering Techniques</a:t>
            </a:r>
          </a:p>
        </p:txBody>
      </p:sp>
      <p:sp>
        <p:nvSpPr>
          <p:cNvPr name="TextBox 20" id="20"/>
          <p:cNvSpPr txBox="true"/>
          <p:nvPr/>
        </p:nvSpPr>
        <p:spPr>
          <a:xfrm rot="0">
            <a:off x="13062955" y="7097142"/>
            <a:ext cx="4196345" cy="1602685"/>
          </a:xfrm>
          <a:prstGeom prst="rect">
            <a:avLst/>
          </a:prstGeom>
        </p:spPr>
        <p:txBody>
          <a:bodyPr anchor="t" rtlCol="false" tIns="0" lIns="0" bIns="0" rIns="0">
            <a:spAutoFit/>
          </a:bodyPr>
          <a:lstStyle/>
          <a:p>
            <a:pPr algn="just">
              <a:lnSpc>
                <a:spcPts val="2142"/>
              </a:lnSpc>
            </a:pPr>
            <a:r>
              <a:rPr lang="en-US" sz="1800" i="true">
                <a:solidFill>
                  <a:srgbClr val="42501D"/>
                </a:solidFill>
                <a:latin typeface="TT Fors Italics"/>
                <a:ea typeface="TT Fors Italics"/>
                <a:cs typeface="TT Fors Italics"/>
                <a:sym typeface="TT Fors Italics"/>
              </a:rPr>
              <a:t>Duis aute irure dolor in reprehenderit in voluptate velit esse cillum dolore eu fugiat nulla pariatur. Excepteur sint occaecat cupidatat non proident, sunt in culpa qui officia deserunt mollit anim id est laborum.</a:t>
            </a:r>
          </a:p>
        </p:txBody>
      </p:sp>
      <p:sp>
        <p:nvSpPr>
          <p:cNvPr name="TextBox 21" id="21"/>
          <p:cNvSpPr txBox="true"/>
          <p:nvPr/>
        </p:nvSpPr>
        <p:spPr>
          <a:xfrm rot="0">
            <a:off x="13062955" y="4732424"/>
            <a:ext cx="4196345" cy="1869418"/>
          </a:xfrm>
          <a:prstGeom prst="rect">
            <a:avLst/>
          </a:prstGeom>
        </p:spPr>
        <p:txBody>
          <a:bodyPr anchor="t" rtlCol="false" tIns="0" lIns="0" bIns="0" rIns="0">
            <a:spAutoFit/>
          </a:bodyPr>
          <a:lstStyle/>
          <a:p>
            <a:pPr algn="just">
              <a:lnSpc>
                <a:spcPts val="2142"/>
              </a:lnSpc>
            </a:pPr>
            <a:r>
              <a:rPr lang="en-US" sz="1800" i="true">
                <a:solidFill>
                  <a:srgbClr val="42501D"/>
                </a:solidFill>
                <a:latin typeface="TT Fors Italics"/>
                <a:ea typeface="TT Fors Italics"/>
                <a:cs typeface="TT Fors Italics"/>
                <a:sym typeface="TT Fors Italics"/>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278790" y="411377"/>
            <a:ext cx="17730420" cy="1109296"/>
            <a:chOff x="0" y="0"/>
            <a:chExt cx="4669740" cy="292160"/>
          </a:xfrm>
        </p:grpSpPr>
        <p:sp>
          <p:nvSpPr>
            <p:cNvPr name="Freeform 4" id="4"/>
            <p:cNvSpPr/>
            <p:nvPr/>
          </p:nvSpPr>
          <p:spPr>
            <a:xfrm flipH="false" flipV="false" rot="0">
              <a:off x="0" y="0"/>
              <a:ext cx="4669740" cy="292160"/>
            </a:xfrm>
            <a:custGeom>
              <a:avLst/>
              <a:gdLst/>
              <a:ahLst/>
              <a:cxnLst/>
              <a:rect r="r" b="b" t="t" l="l"/>
              <a:pathLst>
                <a:path h="292160" w="4669740">
                  <a:moveTo>
                    <a:pt x="33185" y="0"/>
                  </a:moveTo>
                  <a:lnTo>
                    <a:pt x="4636555" y="0"/>
                  </a:lnTo>
                  <a:cubicBezTo>
                    <a:pt x="4654883" y="0"/>
                    <a:pt x="4669740" y="14857"/>
                    <a:pt x="4669740" y="33185"/>
                  </a:cubicBezTo>
                  <a:lnTo>
                    <a:pt x="4669740" y="258975"/>
                  </a:lnTo>
                  <a:cubicBezTo>
                    <a:pt x="4669740" y="277303"/>
                    <a:pt x="4654883" y="292160"/>
                    <a:pt x="4636555" y="292160"/>
                  </a:cubicBezTo>
                  <a:lnTo>
                    <a:pt x="33185" y="292160"/>
                  </a:lnTo>
                  <a:cubicBezTo>
                    <a:pt x="24384" y="292160"/>
                    <a:pt x="15943" y="288664"/>
                    <a:pt x="9720" y="282441"/>
                  </a:cubicBezTo>
                  <a:cubicBezTo>
                    <a:pt x="3496" y="276217"/>
                    <a:pt x="0" y="267776"/>
                    <a:pt x="0" y="258975"/>
                  </a:cubicBezTo>
                  <a:lnTo>
                    <a:pt x="0" y="33185"/>
                  </a:lnTo>
                  <a:cubicBezTo>
                    <a:pt x="0" y="14857"/>
                    <a:pt x="14857" y="0"/>
                    <a:pt x="33185" y="0"/>
                  </a:cubicBezTo>
                  <a:close/>
                </a:path>
              </a:pathLst>
            </a:custGeom>
            <a:gradFill rotWithShape="true">
              <a:gsLst>
                <a:gs pos="0">
                  <a:srgbClr val="353E05">
                    <a:alpha val="72000"/>
                  </a:srgbClr>
                </a:gs>
                <a:gs pos="100000">
                  <a:srgbClr val="758A10">
                    <a:alpha val="72000"/>
                  </a:srgbClr>
                </a:gs>
              </a:gsLst>
              <a:lin ang="0"/>
            </a:gradFill>
            <a:ln w="19050" cap="rnd">
              <a:solidFill>
                <a:srgbClr val="E1E4A3">
                  <a:alpha val="71765"/>
                </a:srgbClr>
              </a:solidFill>
              <a:prstDash val="solid"/>
              <a:round/>
            </a:ln>
          </p:spPr>
        </p:sp>
        <p:sp>
          <p:nvSpPr>
            <p:cNvPr name="TextBox 5" id="5"/>
            <p:cNvSpPr txBox="true"/>
            <p:nvPr/>
          </p:nvSpPr>
          <p:spPr>
            <a:xfrm>
              <a:off x="0" y="66675"/>
              <a:ext cx="4669740" cy="225485"/>
            </a:xfrm>
            <a:prstGeom prst="rect">
              <a:avLst/>
            </a:prstGeom>
          </p:spPr>
          <p:txBody>
            <a:bodyPr anchor="ctr" rtlCol="false" tIns="50800" lIns="50800" bIns="50800" rIns="50800"/>
            <a:lstStyle/>
            <a:p>
              <a:pPr algn="ctr">
                <a:lnSpc>
                  <a:spcPts val="2374"/>
                </a:lnSpc>
              </a:pPr>
            </a:p>
          </p:txBody>
        </p:sp>
      </p:grpSp>
      <p:sp>
        <p:nvSpPr>
          <p:cNvPr name="Freeform 6" id="6"/>
          <p:cNvSpPr/>
          <p:nvPr/>
        </p:nvSpPr>
        <p:spPr>
          <a:xfrm flipH="false" flipV="false" rot="0">
            <a:off x="964902" y="591359"/>
            <a:ext cx="698634" cy="738856"/>
          </a:xfrm>
          <a:custGeom>
            <a:avLst/>
            <a:gdLst/>
            <a:ahLst/>
            <a:cxnLst/>
            <a:rect r="r" b="b" t="t" l="l"/>
            <a:pathLst>
              <a:path h="738856" w="698634">
                <a:moveTo>
                  <a:pt x="0" y="0"/>
                </a:moveTo>
                <a:lnTo>
                  <a:pt x="698634" y="0"/>
                </a:lnTo>
                <a:lnTo>
                  <a:pt x="698634" y="738856"/>
                </a:lnTo>
                <a:lnTo>
                  <a:pt x="0" y="7388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1499391" y="2881667"/>
            <a:ext cx="6992919" cy="5689400"/>
            <a:chOff x="0" y="0"/>
            <a:chExt cx="1112013" cy="904728"/>
          </a:xfrm>
        </p:grpSpPr>
        <p:sp>
          <p:nvSpPr>
            <p:cNvPr name="Freeform 8" id="8"/>
            <p:cNvSpPr/>
            <p:nvPr/>
          </p:nvSpPr>
          <p:spPr>
            <a:xfrm flipH="false" flipV="false" rot="0">
              <a:off x="0" y="0"/>
              <a:ext cx="1112013" cy="904728"/>
            </a:xfrm>
            <a:custGeom>
              <a:avLst/>
              <a:gdLst/>
              <a:ahLst/>
              <a:cxnLst/>
              <a:rect r="r" b="b" t="t" l="l"/>
              <a:pathLst>
                <a:path h="904728" w="1112013">
                  <a:moveTo>
                    <a:pt x="25463" y="0"/>
                  </a:moveTo>
                  <a:lnTo>
                    <a:pt x="1086550" y="0"/>
                  </a:lnTo>
                  <a:cubicBezTo>
                    <a:pt x="1100613" y="0"/>
                    <a:pt x="1112013" y="11400"/>
                    <a:pt x="1112013" y="25463"/>
                  </a:cubicBezTo>
                  <a:lnTo>
                    <a:pt x="1112013" y="879264"/>
                  </a:lnTo>
                  <a:cubicBezTo>
                    <a:pt x="1112013" y="886017"/>
                    <a:pt x="1109330" y="892494"/>
                    <a:pt x="1104555" y="897270"/>
                  </a:cubicBezTo>
                  <a:cubicBezTo>
                    <a:pt x="1099780" y="902045"/>
                    <a:pt x="1093303" y="904728"/>
                    <a:pt x="1086550" y="904728"/>
                  </a:cubicBezTo>
                  <a:lnTo>
                    <a:pt x="25463" y="904728"/>
                  </a:lnTo>
                  <a:cubicBezTo>
                    <a:pt x="18710" y="904728"/>
                    <a:pt x="12233" y="902045"/>
                    <a:pt x="7458" y="897270"/>
                  </a:cubicBezTo>
                  <a:cubicBezTo>
                    <a:pt x="2683" y="892494"/>
                    <a:pt x="0" y="886017"/>
                    <a:pt x="0" y="879264"/>
                  </a:cubicBezTo>
                  <a:lnTo>
                    <a:pt x="0" y="25463"/>
                  </a:lnTo>
                  <a:cubicBezTo>
                    <a:pt x="0" y="18710"/>
                    <a:pt x="2683" y="12233"/>
                    <a:pt x="7458" y="7458"/>
                  </a:cubicBezTo>
                  <a:cubicBezTo>
                    <a:pt x="12233" y="2683"/>
                    <a:pt x="18710" y="0"/>
                    <a:pt x="25463" y="0"/>
                  </a:cubicBezTo>
                  <a:close/>
                </a:path>
              </a:pathLst>
            </a:custGeom>
            <a:blipFill>
              <a:blip r:embed="rId5"/>
              <a:stretch>
                <a:fillRect l="-10716" t="0" r="-10715" b="0"/>
              </a:stretch>
            </a:blipFill>
          </p:spPr>
        </p:sp>
      </p:grpSp>
      <p:sp>
        <p:nvSpPr>
          <p:cNvPr name="TextBox 9" id="9"/>
          <p:cNvSpPr txBox="true"/>
          <p:nvPr/>
        </p:nvSpPr>
        <p:spPr>
          <a:xfrm rot="0">
            <a:off x="10196504" y="845384"/>
            <a:ext cx="1714818" cy="307958"/>
          </a:xfrm>
          <a:prstGeom prst="rect">
            <a:avLst/>
          </a:prstGeom>
        </p:spPr>
        <p:txBody>
          <a:bodyPr anchor="t" rtlCol="false" tIns="0" lIns="0" bIns="0" rIns="0">
            <a:spAutoFit/>
          </a:bodyPr>
          <a:lstStyle/>
          <a:p>
            <a:pPr algn="ctr">
              <a:lnSpc>
                <a:spcPts val="2374"/>
              </a:lnSpc>
            </a:pPr>
            <a:r>
              <a:rPr lang="en-US" b="true" sz="2499">
                <a:solidFill>
                  <a:srgbClr val="FFFFFF"/>
                </a:solidFill>
                <a:latin typeface="TT Fors Bold"/>
                <a:ea typeface="TT Fors Bold"/>
                <a:cs typeface="TT Fors Bold"/>
                <a:sym typeface="TT Fors Bold"/>
              </a:rPr>
              <a:t>HOME</a:t>
            </a:r>
          </a:p>
        </p:txBody>
      </p:sp>
      <p:sp>
        <p:nvSpPr>
          <p:cNvPr name="TextBox 10" id="10"/>
          <p:cNvSpPr txBox="true"/>
          <p:nvPr/>
        </p:nvSpPr>
        <p:spPr>
          <a:xfrm rot="0">
            <a:off x="12868707"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ABOUT</a:t>
            </a:r>
          </a:p>
        </p:txBody>
      </p:sp>
      <p:sp>
        <p:nvSpPr>
          <p:cNvPr name="TextBox 11" id="11"/>
          <p:cNvSpPr txBox="true"/>
          <p:nvPr/>
        </p:nvSpPr>
        <p:spPr>
          <a:xfrm rot="0">
            <a:off x="15544482" y="845384"/>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MORE</a:t>
            </a:r>
          </a:p>
        </p:txBody>
      </p:sp>
      <p:sp>
        <p:nvSpPr>
          <p:cNvPr name="TextBox 12" id="12"/>
          <p:cNvSpPr txBox="true"/>
          <p:nvPr/>
        </p:nvSpPr>
        <p:spPr>
          <a:xfrm rot="0">
            <a:off x="1794133" y="600884"/>
            <a:ext cx="1714818" cy="739808"/>
          </a:xfrm>
          <a:prstGeom prst="rect">
            <a:avLst/>
          </a:prstGeom>
        </p:spPr>
        <p:txBody>
          <a:bodyPr anchor="t" rtlCol="false" tIns="0" lIns="0" bIns="0" rIns="0">
            <a:spAutoFit/>
          </a:bodyPr>
          <a:lstStyle/>
          <a:p>
            <a:pPr algn="l">
              <a:lnSpc>
                <a:spcPts val="2949"/>
              </a:lnSpc>
            </a:pPr>
            <a:r>
              <a:rPr lang="en-US" sz="2499">
                <a:solidFill>
                  <a:srgbClr val="FFFFFF"/>
                </a:solidFill>
                <a:latin typeface="TT Fors"/>
                <a:ea typeface="TT Fors"/>
                <a:cs typeface="TT Fors"/>
                <a:sym typeface="TT Fors"/>
              </a:rPr>
              <a:t>LARANA GARDEN</a:t>
            </a:r>
          </a:p>
        </p:txBody>
      </p:sp>
      <p:sp>
        <p:nvSpPr>
          <p:cNvPr name="TextBox 13" id="13"/>
          <p:cNvSpPr txBox="true"/>
          <p:nvPr/>
        </p:nvSpPr>
        <p:spPr>
          <a:xfrm rot="0">
            <a:off x="1314219" y="3940166"/>
            <a:ext cx="8857368" cy="889033"/>
          </a:xfrm>
          <a:prstGeom prst="rect">
            <a:avLst/>
          </a:prstGeom>
        </p:spPr>
        <p:txBody>
          <a:bodyPr anchor="t" rtlCol="false" tIns="0" lIns="0" bIns="0" rIns="0">
            <a:spAutoFit/>
          </a:bodyPr>
          <a:lstStyle/>
          <a:p>
            <a:pPr algn="ctr">
              <a:lnSpc>
                <a:spcPts val="6649"/>
              </a:lnSpc>
            </a:pPr>
            <a:r>
              <a:rPr lang="en-US" sz="6999" b="true">
                <a:solidFill>
                  <a:srgbClr val="FFFFFF"/>
                </a:solidFill>
                <a:latin typeface="TT Fors Bold"/>
                <a:ea typeface="TT Fors Bold"/>
                <a:cs typeface="TT Fors Bold"/>
                <a:sym typeface="TT Fors Bold"/>
              </a:rPr>
              <a:t>Sunlight &amp; Shade</a:t>
            </a:r>
          </a:p>
        </p:txBody>
      </p:sp>
      <p:sp>
        <p:nvSpPr>
          <p:cNvPr name="TextBox 14" id="14"/>
          <p:cNvSpPr txBox="true"/>
          <p:nvPr/>
        </p:nvSpPr>
        <p:spPr>
          <a:xfrm rot="0">
            <a:off x="2001074" y="6881532"/>
            <a:ext cx="7483659" cy="802485"/>
          </a:xfrm>
          <a:prstGeom prst="rect">
            <a:avLst/>
          </a:prstGeom>
        </p:spPr>
        <p:txBody>
          <a:bodyPr anchor="t" rtlCol="false" tIns="0" lIns="0" bIns="0" rIns="0">
            <a:spAutoFit/>
          </a:bodyPr>
          <a:lstStyle/>
          <a:p>
            <a:pPr algn="ctr">
              <a:lnSpc>
                <a:spcPts val="2142"/>
              </a:lnSpc>
            </a:pPr>
            <a:r>
              <a:rPr lang="en-US" sz="1800" i="true">
                <a:solidFill>
                  <a:srgbClr val="FFFFFF"/>
                </a:solidFill>
                <a:latin typeface="TT Fors Italics"/>
                <a:ea typeface="TT Fors Italics"/>
                <a:cs typeface="TT Fors Italics"/>
                <a:sym typeface="TT Fors Italics"/>
              </a:rPr>
              <a:t>Duis aute irure dolor in reprehenderit in voluptate velit esse cillum dolore eu fugiat nulla pariatur. Excepteur sint occaecat cupidatat non proident, sunt in culpa qui officia deserunt mollit anim id est laborum.</a:t>
            </a:r>
          </a:p>
        </p:txBody>
      </p:sp>
      <p:sp>
        <p:nvSpPr>
          <p:cNvPr name="TextBox 15" id="15"/>
          <p:cNvSpPr txBox="true"/>
          <p:nvPr/>
        </p:nvSpPr>
        <p:spPr>
          <a:xfrm rot="0">
            <a:off x="2001074" y="5288383"/>
            <a:ext cx="7483659" cy="1069218"/>
          </a:xfrm>
          <a:prstGeom prst="rect">
            <a:avLst/>
          </a:prstGeom>
        </p:spPr>
        <p:txBody>
          <a:bodyPr anchor="t" rtlCol="false" tIns="0" lIns="0" bIns="0" rIns="0">
            <a:spAutoFit/>
          </a:bodyPr>
          <a:lstStyle/>
          <a:p>
            <a:pPr algn="ctr">
              <a:lnSpc>
                <a:spcPts val="2142"/>
              </a:lnSpc>
            </a:pPr>
            <a:r>
              <a:rPr lang="en-US" sz="1800" i="true">
                <a:solidFill>
                  <a:srgbClr val="FFFFFF"/>
                </a:solidFill>
                <a:latin typeface="TT Fors Italics"/>
                <a:ea typeface="TT Fors Italics"/>
                <a:cs typeface="TT Fors Italics"/>
                <a:sym typeface="TT Fors Italics"/>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name="Group 16" id="16"/>
          <p:cNvGrpSpPr/>
          <p:nvPr/>
        </p:nvGrpSpPr>
        <p:grpSpPr>
          <a:xfrm rot="0">
            <a:off x="-674206" y="1867562"/>
            <a:ext cx="1671006" cy="16710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18" id="18"/>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grpSp>
        <p:nvGrpSpPr>
          <p:cNvPr name="Group 19" id="19"/>
          <p:cNvGrpSpPr/>
          <p:nvPr/>
        </p:nvGrpSpPr>
        <p:grpSpPr>
          <a:xfrm rot="0">
            <a:off x="17291199" y="7482660"/>
            <a:ext cx="1671006" cy="16710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21" id="21"/>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grpSp>
        <p:nvGrpSpPr>
          <p:cNvPr name="Group 22" id="22"/>
          <p:cNvGrpSpPr/>
          <p:nvPr/>
        </p:nvGrpSpPr>
        <p:grpSpPr>
          <a:xfrm rot="0">
            <a:off x="421807" y="2949032"/>
            <a:ext cx="641282" cy="641282"/>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24" id="24"/>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grpSp>
        <p:nvGrpSpPr>
          <p:cNvPr name="Group 25" id="25"/>
          <p:cNvGrpSpPr/>
          <p:nvPr/>
        </p:nvGrpSpPr>
        <p:grpSpPr>
          <a:xfrm rot="0">
            <a:off x="17259300" y="7291970"/>
            <a:ext cx="641282" cy="64128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DBB51">
                    <a:alpha val="100000"/>
                  </a:srgbClr>
                </a:gs>
                <a:gs pos="100000">
                  <a:srgbClr val="758A10">
                    <a:alpha val="100000"/>
                  </a:srgbClr>
                </a:gs>
              </a:gsLst>
              <a:lin ang="0"/>
            </a:gradFill>
          </p:spPr>
        </p:sp>
        <p:sp>
          <p:nvSpPr>
            <p:cNvPr name="TextBox 27" id="27"/>
            <p:cNvSpPr txBox="true"/>
            <p:nvPr/>
          </p:nvSpPr>
          <p:spPr>
            <a:xfrm>
              <a:off x="76200" y="142875"/>
              <a:ext cx="660400" cy="593725"/>
            </a:xfrm>
            <a:prstGeom prst="rect">
              <a:avLst/>
            </a:prstGeom>
          </p:spPr>
          <p:txBody>
            <a:bodyPr anchor="ctr" rtlCol="false" tIns="50800" lIns="50800" bIns="50800" rIns="50800"/>
            <a:lstStyle/>
            <a:p>
              <a:pPr algn="ctr">
                <a:lnSpc>
                  <a:spcPts val="2374"/>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10800000">
            <a:off x="6290911" y="-236652"/>
            <a:ext cx="12587494" cy="10760303"/>
            <a:chOff x="0" y="0"/>
            <a:chExt cx="3315225" cy="2833989"/>
          </a:xfrm>
        </p:grpSpPr>
        <p:sp>
          <p:nvSpPr>
            <p:cNvPr name="Freeform 4" id="4"/>
            <p:cNvSpPr/>
            <p:nvPr/>
          </p:nvSpPr>
          <p:spPr>
            <a:xfrm flipH="false" flipV="false" rot="0">
              <a:off x="0" y="0"/>
              <a:ext cx="3315225" cy="2833989"/>
            </a:xfrm>
            <a:custGeom>
              <a:avLst/>
              <a:gdLst/>
              <a:ahLst/>
              <a:cxnLst/>
              <a:rect r="r" b="b" t="t" l="l"/>
              <a:pathLst>
                <a:path h="2833989" w="3315225">
                  <a:moveTo>
                    <a:pt x="0" y="0"/>
                  </a:moveTo>
                  <a:lnTo>
                    <a:pt x="3315225" y="0"/>
                  </a:lnTo>
                  <a:lnTo>
                    <a:pt x="3315225" y="2833989"/>
                  </a:lnTo>
                  <a:lnTo>
                    <a:pt x="0" y="2833989"/>
                  </a:lnTo>
                  <a:close/>
                </a:path>
              </a:pathLst>
            </a:custGeom>
            <a:gradFill rotWithShape="true">
              <a:gsLst>
                <a:gs pos="0">
                  <a:srgbClr val="53610D">
                    <a:alpha val="100000"/>
                  </a:srgbClr>
                </a:gs>
                <a:gs pos="100000">
                  <a:srgbClr val="6C7D12">
                    <a:alpha val="0"/>
                  </a:srgbClr>
                </a:gs>
              </a:gsLst>
              <a:lin ang="0"/>
            </a:gradFill>
          </p:spPr>
        </p:sp>
        <p:sp>
          <p:nvSpPr>
            <p:cNvPr name="TextBox 5" id="5"/>
            <p:cNvSpPr txBox="true"/>
            <p:nvPr/>
          </p:nvSpPr>
          <p:spPr>
            <a:xfrm>
              <a:off x="0" y="66675"/>
              <a:ext cx="3315225" cy="2767314"/>
            </a:xfrm>
            <a:prstGeom prst="rect">
              <a:avLst/>
            </a:prstGeom>
          </p:spPr>
          <p:txBody>
            <a:bodyPr anchor="ctr" rtlCol="false" tIns="50800" lIns="50800" bIns="50800" rIns="50800"/>
            <a:lstStyle/>
            <a:p>
              <a:pPr algn="ctr">
                <a:lnSpc>
                  <a:spcPts val="2374"/>
                </a:lnSpc>
              </a:pPr>
            </a:p>
          </p:txBody>
        </p:sp>
      </p:grpSp>
      <p:grpSp>
        <p:nvGrpSpPr>
          <p:cNvPr name="Group 6" id="6"/>
          <p:cNvGrpSpPr/>
          <p:nvPr/>
        </p:nvGrpSpPr>
        <p:grpSpPr>
          <a:xfrm rot="0">
            <a:off x="10056237" y="719747"/>
            <a:ext cx="1995353" cy="617907"/>
            <a:chOff x="0" y="0"/>
            <a:chExt cx="525525" cy="162741"/>
          </a:xfrm>
        </p:grpSpPr>
        <p:sp>
          <p:nvSpPr>
            <p:cNvPr name="Freeform 7" id="7"/>
            <p:cNvSpPr/>
            <p:nvPr/>
          </p:nvSpPr>
          <p:spPr>
            <a:xfrm flipH="false" flipV="false" rot="0">
              <a:off x="0" y="0"/>
              <a:ext cx="525525" cy="162741"/>
            </a:xfrm>
            <a:custGeom>
              <a:avLst/>
              <a:gdLst/>
              <a:ahLst/>
              <a:cxnLst/>
              <a:rect r="r" b="b" t="t" l="l"/>
              <a:pathLst>
                <a:path h="162741" w="525525">
                  <a:moveTo>
                    <a:pt x="81370" y="0"/>
                  </a:moveTo>
                  <a:lnTo>
                    <a:pt x="444155" y="0"/>
                  </a:lnTo>
                  <a:cubicBezTo>
                    <a:pt x="465735" y="0"/>
                    <a:pt x="486432" y="8573"/>
                    <a:pt x="501692" y="23833"/>
                  </a:cubicBezTo>
                  <a:cubicBezTo>
                    <a:pt x="516952" y="39093"/>
                    <a:pt x="525525" y="59790"/>
                    <a:pt x="525525" y="81370"/>
                  </a:cubicBezTo>
                  <a:lnTo>
                    <a:pt x="525525" y="81370"/>
                  </a:lnTo>
                  <a:cubicBezTo>
                    <a:pt x="525525" y="126310"/>
                    <a:pt x="489094" y="162741"/>
                    <a:pt x="444155" y="162741"/>
                  </a:cubicBezTo>
                  <a:lnTo>
                    <a:pt x="81370" y="162741"/>
                  </a:lnTo>
                  <a:cubicBezTo>
                    <a:pt x="59790" y="162741"/>
                    <a:pt x="39093" y="154168"/>
                    <a:pt x="23833" y="138908"/>
                  </a:cubicBezTo>
                  <a:cubicBezTo>
                    <a:pt x="8573" y="123648"/>
                    <a:pt x="0" y="102951"/>
                    <a:pt x="0" y="81370"/>
                  </a:cubicBezTo>
                  <a:lnTo>
                    <a:pt x="0" y="81370"/>
                  </a:lnTo>
                  <a:cubicBezTo>
                    <a:pt x="0" y="59790"/>
                    <a:pt x="8573" y="39093"/>
                    <a:pt x="23833" y="23833"/>
                  </a:cubicBezTo>
                  <a:cubicBezTo>
                    <a:pt x="39093" y="8573"/>
                    <a:pt x="59790" y="0"/>
                    <a:pt x="81370" y="0"/>
                  </a:cubicBezTo>
                  <a:close/>
                </a:path>
              </a:pathLst>
            </a:custGeom>
            <a:gradFill rotWithShape="true">
              <a:gsLst>
                <a:gs pos="0">
                  <a:srgbClr val="353E05">
                    <a:alpha val="59000"/>
                  </a:srgbClr>
                </a:gs>
                <a:gs pos="100000">
                  <a:srgbClr val="6C7D12">
                    <a:alpha val="0"/>
                  </a:srgbClr>
                </a:gs>
              </a:gsLst>
              <a:lin ang="0"/>
            </a:gradFill>
            <a:ln w="38100" cap="rnd">
              <a:solidFill>
                <a:srgbClr val="E1E4A3">
                  <a:alpha val="58824"/>
                </a:srgbClr>
              </a:solidFill>
              <a:prstDash val="solid"/>
              <a:round/>
            </a:ln>
          </p:spPr>
        </p:sp>
        <p:sp>
          <p:nvSpPr>
            <p:cNvPr name="TextBox 8" id="8"/>
            <p:cNvSpPr txBox="true"/>
            <p:nvPr/>
          </p:nvSpPr>
          <p:spPr>
            <a:xfrm>
              <a:off x="0" y="-38100"/>
              <a:ext cx="525525" cy="200841"/>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964902" y="654033"/>
            <a:ext cx="698634" cy="738856"/>
          </a:xfrm>
          <a:custGeom>
            <a:avLst/>
            <a:gdLst/>
            <a:ahLst/>
            <a:cxnLst/>
            <a:rect r="r" b="b" t="t" l="l"/>
            <a:pathLst>
              <a:path h="738856" w="698634">
                <a:moveTo>
                  <a:pt x="0" y="0"/>
                </a:moveTo>
                <a:lnTo>
                  <a:pt x="698634" y="0"/>
                </a:lnTo>
                <a:lnTo>
                  <a:pt x="698634" y="738857"/>
                </a:lnTo>
                <a:lnTo>
                  <a:pt x="0" y="7388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8901920" y="3171156"/>
            <a:ext cx="8357380" cy="4486341"/>
          </a:xfrm>
          <a:prstGeom prst="rect">
            <a:avLst/>
          </a:prstGeom>
        </p:spPr>
        <p:txBody>
          <a:bodyPr anchor="t" rtlCol="false" tIns="0" lIns="0" bIns="0" rIns="0">
            <a:spAutoFit/>
          </a:bodyPr>
          <a:lstStyle/>
          <a:p>
            <a:pPr algn="r">
              <a:lnSpc>
                <a:spcPts val="17100"/>
              </a:lnSpc>
            </a:pPr>
            <a:r>
              <a:rPr lang="en-US" sz="18000" b="true">
                <a:solidFill>
                  <a:srgbClr val="FFFFFF"/>
                </a:solidFill>
                <a:latin typeface="TT Fors Bold"/>
                <a:ea typeface="TT Fors Bold"/>
                <a:cs typeface="TT Fors Bold"/>
                <a:sym typeface="TT Fors Bold"/>
              </a:rPr>
              <a:t>Thank You!</a:t>
            </a:r>
          </a:p>
        </p:txBody>
      </p:sp>
      <p:sp>
        <p:nvSpPr>
          <p:cNvPr name="TextBox 11" id="11"/>
          <p:cNvSpPr txBox="true"/>
          <p:nvPr/>
        </p:nvSpPr>
        <p:spPr>
          <a:xfrm rot="0">
            <a:off x="10196504" y="908058"/>
            <a:ext cx="1714818" cy="307958"/>
          </a:xfrm>
          <a:prstGeom prst="rect">
            <a:avLst/>
          </a:prstGeom>
        </p:spPr>
        <p:txBody>
          <a:bodyPr anchor="t" rtlCol="false" tIns="0" lIns="0" bIns="0" rIns="0">
            <a:spAutoFit/>
          </a:bodyPr>
          <a:lstStyle/>
          <a:p>
            <a:pPr algn="ctr">
              <a:lnSpc>
                <a:spcPts val="2374"/>
              </a:lnSpc>
            </a:pPr>
            <a:r>
              <a:rPr lang="en-US" b="true" sz="2499">
                <a:solidFill>
                  <a:srgbClr val="FFFFFF"/>
                </a:solidFill>
                <a:latin typeface="TT Fors Bold"/>
                <a:ea typeface="TT Fors Bold"/>
                <a:cs typeface="TT Fors Bold"/>
                <a:sym typeface="TT Fors Bold"/>
              </a:rPr>
              <a:t>HOME</a:t>
            </a:r>
          </a:p>
        </p:txBody>
      </p:sp>
      <p:sp>
        <p:nvSpPr>
          <p:cNvPr name="TextBox 12" id="12"/>
          <p:cNvSpPr txBox="true"/>
          <p:nvPr/>
        </p:nvSpPr>
        <p:spPr>
          <a:xfrm rot="0">
            <a:off x="12868707" y="908058"/>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ABOUT</a:t>
            </a:r>
          </a:p>
        </p:txBody>
      </p:sp>
      <p:sp>
        <p:nvSpPr>
          <p:cNvPr name="TextBox 13" id="13"/>
          <p:cNvSpPr txBox="true"/>
          <p:nvPr/>
        </p:nvSpPr>
        <p:spPr>
          <a:xfrm rot="0">
            <a:off x="15544482" y="908058"/>
            <a:ext cx="1714818" cy="307958"/>
          </a:xfrm>
          <a:prstGeom prst="rect">
            <a:avLst/>
          </a:prstGeom>
        </p:spPr>
        <p:txBody>
          <a:bodyPr anchor="t" rtlCol="false" tIns="0" lIns="0" bIns="0" rIns="0">
            <a:spAutoFit/>
          </a:bodyPr>
          <a:lstStyle/>
          <a:p>
            <a:pPr algn="ctr">
              <a:lnSpc>
                <a:spcPts val="2374"/>
              </a:lnSpc>
            </a:pPr>
            <a:r>
              <a:rPr lang="en-US" sz="2499">
                <a:solidFill>
                  <a:srgbClr val="FFFFFF"/>
                </a:solidFill>
                <a:latin typeface="TT Fors"/>
                <a:ea typeface="TT Fors"/>
                <a:cs typeface="TT Fors"/>
                <a:sym typeface="TT Fors"/>
              </a:rPr>
              <a:t>MORE</a:t>
            </a:r>
          </a:p>
        </p:txBody>
      </p:sp>
      <p:sp>
        <p:nvSpPr>
          <p:cNvPr name="TextBox 14" id="14"/>
          <p:cNvSpPr txBox="true"/>
          <p:nvPr/>
        </p:nvSpPr>
        <p:spPr>
          <a:xfrm rot="0">
            <a:off x="1794133" y="663558"/>
            <a:ext cx="1714818" cy="739808"/>
          </a:xfrm>
          <a:prstGeom prst="rect">
            <a:avLst/>
          </a:prstGeom>
        </p:spPr>
        <p:txBody>
          <a:bodyPr anchor="t" rtlCol="false" tIns="0" lIns="0" bIns="0" rIns="0">
            <a:spAutoFit/>
          </a:bodyPr>
          <a:lstStyle/>
          <a:p>
            <a:pPr algn="l">
              <a:lnSpc>
                <a:spcPts val="2949"/>
              </a:lnSpc>
            </a:pPr>
            <a:r>
              <a:rPr lang="en-US" sz="2499">
                <a:solidFill>
                  <a:srgbClr val="FFFFFF"/>
                </a:solidFill>
                <a:latin typeface="TT Fors"/>
                <a:ea typeface="TT Fors"/>
                <a:cs typeface="TT Fors"/>
                <a:sym typeface="TT Fors"/>
              </a:rPr>
              <a:t>LARANA GARDEN</a:t>
            </a:r>
          </a:p>
        </p:txBody>
      </p:sp>
      <p:sp>
        <p:nvSpPr>
          <p:cNvPr name="TextBox 15" id="15"/>
          <p:cNvSpPr txBox="true"/>
          <p:nvPr/>
        </p:nvSpPr>
        <p:spPr>
          <a:xfrm rot="0">
            <a:off x="10576374" y="7835528"/>
            <a:ext cx="6682926" cy="802485"/>
          </a:xfrm>
          <a:prstGeom prst="rect">
            <a:avLst/>
          </a:prstGeom>
        </p:spPr>
        <p:txBody>
          <a:bodyPr anchor="t" rtlCol="false" tIns="0" lIns="0" bIns="0" rIns="0">
            <a:spAutoFit/>
          </a:bodyPr>
          <a:lstStyle/>
          <a:p>
            <a:pPr algn="r">
              <a:lnSpc>
                <a:spcPts val="2142"/>
              </a:lnSpc>
            </a:pPr>
            <a:r>
              <a:rPr lang="en-US" sz="1800" i="true">
                <a:solidFill>
                  <a:srgbClr val="FFFFFF"/>
                </a:solidFill>
                <a:latin typeface="TT Fors Italics"/>
                <a:ea typeface="TT Fors Italics"/>
                <a:cs typeface="TT Fors Italics"/>
                <a:sym typeface="TT Fors Italics"/>
              </a:rPr>
              <a:t>Lorem ipsum dolor sit amet, consectetur adipiscing elit, sed do eiusmod tempor incididunt ut labore et dolore magna aliqua. Ut enim ad minim veniam</a:t>
            </a:r>
          </a:p>
        </p:txBody>
      </p:sp>
      <p:grpSp>
        <p:nvGrpSpPr>
          <p:cNvPr name="Group 16" id="16"/>
          <p:cNvGrpSpPr/>
          <p:nvPr/>
        </p:nvGrpSpPr>
        <p:grpSpPr>
          <a:xfrm rot="0">
            <a:off x="1314219" y="8640393"/>
            <a:ext cx="5443279" cy="617907"/>
            <a:chOff x="0" y="0"/>
            <a:chExt cx="1433621" cy="162741"/>
          </a:xfrm>
        </p:grpSpPr>
        <p:sp>
          <p:nvSpPr>
            <p:cNvPr name="Freeform 17" id="17"/>
            <p:cNvSpPr/>
            <p:nvPr/>
          </p:nvSpPr>
          <p:spPr>
            <a:xfrm flipH="false" flipV="false" rot="0">
              <a:off x="0" y="0"/>
              <a:ext cx="1433621" cy="162741"/>
            </a:xfrm>
            <a:custGeom>
              <a:avLst/>
              <a:gdLst/>
              <a:ahLst/>
              <a:cxnLst/>
              <a:rect r="r" b="b" t="t" l="l"/>
              <a:pathLst>
                <a:path h="162741" w="1433621">
                  <a:moveTo>
                    <a:pt x="72537" y="0"/>
                  </a:moveTo>
                  <a:lnTo>
                    <a:pt x="1361084" y="0"/>
                  </a:lnTo>
                  <a:cubicBezTo>
                    <a:pt x="1401145" y="0"/>
                    <a:pt x="1433621" y="32476"/>
                    <a:pt x="1433621" y="72537"/>
                  </a:cubicBezTo>
                  <a:lnTo>
                    <a:pt x="1433621" y="90204"/>
                  </a:lnTo>
                  <a:cubicBezTo>
                    <a:pt x="1433621" y="109442"/>
                    <a:pt x="1425979" y="127892"/>
                    <a:pt x="1412375" y="141495"/>
                  </a:cubicBezTo>
                  <a:cubicBezTo>
                    <a:pt x="1398772" y="155099"/>
                    <a:pt x="1380322" y="162741"/>
                    <a:pt x="1361084" y="162741"/>
                  </a:cubicBezTo>
                  <a:lnTo>
                    <a:pt x="72537" y="162741"/>
                  </a:lnTo>
                  <a:cubicBezTo>
                    <a:pt x="53299" y="162741"/>
                    <a:pt x="34849" y="155099"/>
                    <a:pt x="21246" y="141495"/>
                  </a:cubicBezTo>
                  <a:cubicBezTo>
                    <a:pt x="7642" y="127892"/>
                    <a:pt x="0" y="109442"/>
                    <a:pt x="0" y="90204"/>
                  </a:cubicBezTo>
                  <a:lnTo>
                    <a:pt x="0" y="72537"/>
                  </a:lnTo>
                  <a:cubicBezTo>
                    <a:pt x="0" y="53299"/>
                    <a:pt x="7642" y="34849"/>
                    <a:pt x="21246" y="21246"/>
                  </a:cubicBezTo>
                  <a:cubicBezTo>
                    <a:pt x="34849" y="7642"/>
                    <a:pt x="53299" y="0"/>
                    <a:pt x="72537" y="0"/>
                  </a:cubicBezTo>
                  <a:close/>
                </a:path>
              </a:pathLst>
            </a:custGeom>
            <a:gradFill rotWithShape="true">
              <a:gsLst>
                <a:gs pos="0">
                  <a:srgbClr val="353E05">
                    <a:alpha val="59000"/>
                  </a:srgbClr>
                </a:gs>
                <a:gs pos="100000">
                  <a:srgbClr val="6C7D12">
                    <a:alpha val="0"/>
                  </a:srgbClr>
                </a:gs>
              </a:gsLst>
              <a:lin ang="0"/>
            </a:gradFill>
            <a:ln w="38100" cap="rnd">
              <a:solidFill>
                <a:srgbClr val="E1E4A3">
                  <a:alpha val="58824"/>
                </a:srgbClr>
              </a:solidFill>
              <a:prstDash val="solid"/>
              <a:round/>
            </a:ln>
          </p:spPr>
        </p:sp>
        <p:sp>
          <p:nvSpPr>
            <p:cNvPr name="TextBox 18" id="18"/>
            <p:cNvSpPr txBox="true"/>
            <p:nvPr/>
          </p:nvSpPr>
          <p:spPr>
            <a:xfrm>
              <a:off x="0" y="-38100"/>
              <a:ext cx="1433621" cy="200841"/>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314219" y="8771538"/>
            <a:ext cx="5443279" cy="365142"/>
          </a:xfrm>
          <a:prstGeom prst="rect">
            <a:avLst/>
          </a:prstGeom>
        </p:spPr>
        <p:txBody>
          <a:bodyPr anchor="t" rtlCol="false" tIns="0" lIns="0" bIns="0" rIns="0">
            <a:spAutoFit/>
          </a:bodyPr>
          <a:lstStyle/>
          <a:p>
            <a:pPr algn="ctr">
              <a:lnSpc>
                <a:spcPts val="2974"/>
              </a:lnSpc>
            </a:pPr>
            <a:r>
              <a:rPr lang="en-US" sz="2499" i="true">
                <a:solidFill>
                  <a:srgbClr val="FFFFFF"/>
                </a:solidFill>
                <a:latin typeface="TT Fors Italics"/>
                <a:ea typeface="TT Fors Italics"/>
                <a:cs typeface="TT Fors Italics"/>
                <a:sym typeface="TT Fors Italics"/>
              </a:rPr>
              <a:t>WWW.REALLYGREATSITE.COM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DAHKAtQ3XK4</dc:identifier>
  <dcterms:modified xsi:type="dcterms:W3CDTF">2011-08-01T06:04:30Z</dcterms:modified>
  <cp:revision>1</cp:revision>
  <dc:title>Seed Germination</dc:title>
</cp:coreProperties>
</file>