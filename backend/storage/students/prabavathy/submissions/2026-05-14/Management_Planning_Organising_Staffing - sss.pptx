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65760" cy="50703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"/>
            <a:ext cx="109728" cy="50703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822960"/>
            <a:ext cx="292608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 12 | BUSINESS STUDIES | NCERT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MANAGEMENT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Planning  </a:t>
            </a:r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•  Organising  •  Staffing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Chapter 4 &amp; 5 — Core Functions of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Key Functions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0896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NCERT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9496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Aligned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</a:rPr>
              <a:t>WHAT WE WILL LEARN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5E"/>
                </a:solidFill>
              </a:rPr>
              <a:t>Outline of this Presentation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90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What is Planning?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73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Meaning, features &amp; importance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848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Planning 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359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steps of planning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706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Planning Quiz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044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 your understanding!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564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What is Organising?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730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Meaning, steps &amp; importance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422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422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60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Organising Structures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416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Formal vs Informal organisation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3990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3990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Organising Quiz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1673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Quick activity!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0848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0848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What is Staffing?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13248" y="2359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Meaning, features &amp; process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7706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7706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13248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Staffing Process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13248" y="3044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Recruitment, Selection, Training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4564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4564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Staffing Quiz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13248" y="3730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Challenge round!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14223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4142232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160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13248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Summary &amp; Recap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13248" y="4416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FUNCTION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PLANNING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9144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</a:rPr>
              <a:t>"Planning is deciding in advance what to do, how to do it, when to do it, and who is to do it."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Goal-Oriented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Focuses on achieving specific objectives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242316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Future-Focused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081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Planning is done in advance for the future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242316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Intellectual Process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081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Requires thinking, reasoning &amp; foresight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Pervasive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Required at all levels of management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918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Continuous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Ongoing process, constantly revised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6517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12648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Reduces Uncertainty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Prepares for expected changes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E"/>
                </a:solidFill>
              </a:rPr>
              <a:t>PROCESS OF 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8 Key Steps — NCERT Chapter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6858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Setting 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011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Developing Premises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6858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9260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8992" y="2926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Identifying Alternatives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023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38404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Evaluating Alternatives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4023360" cy="6858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68112" y="10972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Selecting the Best Alternative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4023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56048" y="2011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68112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Implementing the Plan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4023360" cy="6858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29260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68112" y="2926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Follow-up 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4023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38404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68112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&amp; Revision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🧠  QUICK QUIZ — PLANNING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41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Q1. Planning is called the ________ of all management functions.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A) Heart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8745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B) 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C) End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3258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D) Objective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1947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✓ Answer highlighted in teal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313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Q2. Which of the following is NOT a feature of planning?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26974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A) It is goal-oriented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26974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B) It involves decision making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697480"/>
            <a:ext cx="18745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C) It is a one-time process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26974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D) It is futuristic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3192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✓ Answer highlighted in teal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850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Q3. The first step in the planning process is: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0690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A) Selecting the best alternative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4069080"/>
            <a:ext cx="18745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B) Setting objectives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0690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C) Implementing the plan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EDD"/>
                </a:solidFill>
              </a:rPr>
              <a:t>D) Evaluating alternatives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✓ Answer highlighted in teal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FUNCTION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ORGANISING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9144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7863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</a:rPr>
              <a:t>"Organising is the process of identifying and grouping the work to be performed, defining and delegating responsibility and authority, and establishing a pattern of relationships."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STEPS IN ORGANISING PROCESS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554480" cy="13716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Step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Identify &amp; Divide 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39696" y="2697480"/>
            <a:ext cx="1554480" cy="13716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39696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39696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Step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Grouping Jobs (Departmentation)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22192" y="2697480"/>
            <a:ext cx="1554480" cy="13716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2192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22192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Step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22192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Assignment of Duties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04688" y="2697480"/>
            <a:ext cx="1554480" cy="1371600"/>
          </a:xfrm>
          <a:prstGeom prst="rect">
            <a:avLst/>
          </a:prstGeom>
          <a:solidFill>
            <a:srgbClr val="1A2B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04688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04688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Step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04688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Delegation of Authority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87184" y="2697480"/>
            <a:ext cx="1554480" cy="13716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87184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87184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Step 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87184" y="3429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Coordination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</a:rPr>
              <a:t>WHY IS ORGANISING IMPORTANT?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✔ Optimum utilisation of resources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✔ Clear roles &amp; responsibilities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✔ Facilitates coordination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✔ Helps in growth &amp; expansion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E"/>
                </a:solidFill>
              </a:rPr>
              <a:t>TYPES OF ORGANISATION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Formal vs Informal Organisation — NCERT Ch.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6052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FORMAL ORGANISATION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554480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554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Created deliberately by 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084832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848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Well-defined jobs, authority &amp; responsibility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615184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6151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Communication follows set channels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145536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1455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Stable and long-lasting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675888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675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Focus: achieving organisational goals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206240"/>
            <a:ext cx="54864" cy="53035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Example: Hierarchical company structure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05156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51560"/>
            <a:ext cx="416052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1051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INFORMAL ORGANISATION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554480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1554480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1554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Arises spontaneously among members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084832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2084832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20848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defined roles or authority lines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615184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615184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26151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Communication is grapevine/informal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145536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3145536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31455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Flexible and dynamic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675888"/>
            <a:ext cx="41605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675888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3675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Focus: personal relationships &amp; social needs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06240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4206240"/>
            <a:ext cx="54864" cy="5303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5010912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Example: Friendship groups at workplace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🗂️  QUICK QUIZ — ORGANISING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1A4D1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41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Q1. The process of grouping similar activities together is called: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A) Delegation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8745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B) Departmentation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C) Coordination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3258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25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D) Staffing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1947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DE80"/>
                </a:solidFill>
              </a:rPr>
              <a:t>✓ Correct answer highlighted in green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1A4D1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313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Q2. Which of these is a feature of Formal Organisation?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26974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A) Grapevine communication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26974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B) No defined authority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697480"/>
            <a:ext cx="18745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C) Well-defined roles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26974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697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D) Arises spontaneously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3192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DE80"/>
                </a:solidFill>
              </a:rPr>
              <a:t>✓ Correct answer highlighted in green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1A4D1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850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Q3. Authority flows ________ in a formal organisation.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0690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A) Upward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40690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B) Sideways only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069080"/>
            <a:ext cx="18745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C) Downward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1874520" cy="594360"/>
          </a:xfrm>
          <a:prstGeom prst="rect">
            <a:avLst/>
          </a:prstGeom>
          <a:solidFill>
            <a:srgbClr val="2D5A2D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40690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A8"/>
                </a:solidFill>
              </a:rPr>
              <a:t>D) Randomly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46908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DE80"/>
                </a:solidFill>
              </a:rPr>
              <a:t>✓ Correct answer highlighted in green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FUNCTION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STAFFING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9144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</a:rPr>
              <a:t>"Staffing is the managerial function of filling and keeping filled the positions in the organisation structure."  — Koontz &amp; O'Donnell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STAFFING PROCESS — Step by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1097280" cy="12801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Manpower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08760" y="2560320"/>
            <a:ext cx="1097280" cy="128016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Recruitment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2560320"/>
            <a:ext cx="1097280" cy="12801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4320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77640" y="2560320"/>
            <a:ext cx="1097280" cy="128016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7764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7764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Placement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Orientation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2560320"/>
            <a:ext cx="1097280" cy="12801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Development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2560320"/>
            <a:ext cx="1097280" cy="128016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Performance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Appraisal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3017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80960" y="2560320"/>
            <a:ext cx="1097280" cy="12801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⬆️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680960" y="29900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Promotion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</a:rPr>
              <a:t>WHY IS STAFFING IMPORTANT?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2011680" cy="594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👤 Right person in the right job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06040" y="4297680"/>
            <a:ext cx="2011680" cy="594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0604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📈 Improves efficiency &amp; productivity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2011680" cy="594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🌱 Employee growth &amp; development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4297680"/>
            <a:ext cx="2011680" cy="594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0372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🏢 Builds human capital of the org.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📝  RECAP QUIZ — STAFFING &amp;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41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Q1. The first step in the staffing process is: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21615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A) Recruitment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1615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2161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B) Selection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16152"/>
            <a:ext cx="18745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2161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C) Manpower Planning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21615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2161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D) Training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B5FD"/>
                </a:solidFill>
              </a:rPr>
              <a:t>✓ Answer highlighted in purple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8412480" cy="1188720"/>
          </a:xfrm>
          <a:prstGeom prst="rect">
            <a:avLst/>
          </a:prstGeom>
          <a:solidFill>
            <a:srgbClr val="1E3A6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167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Q2. Which of the following is an INTERNAL source of recruitment?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254203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420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A) Campus interviews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542032"/>
            <a:ext cx="18745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5420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B) Promotion of existing employees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4203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5420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C) Employment exchanges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2542032"/>
            <a:ext cx="1874520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5420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EDD"/>
                </a:solidFill>
              </a:rPr>
              <a:t>D) Labour contractors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15468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B5FD"/>
                </a:solidFill>
              </a:rPr>
              <a:t>✓ Answer highlighted in purple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solidFill>
            <a:srgbClr val="0D2240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5844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88620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886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PLANNING: Deciding in advance — what, how, when &amp; who. It is the primary function of management.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4215384"/>
            <a:ext cx="54864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15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ORGANISING: Grouping activities, delegating authority &amp; creating structure for coordination.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4544568"/>
            <a:ext cx="54864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5445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STAFFING: Filling positions with right talent through recruitment, selection, training &amp; appraisal.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Management: Planning, Organising &amp; Staffing</dc:title>
  <dc:subject>PptxGenJS Presentation</dc:subject>
  <dc:creator>PptxGenJS</dc:creator>
  <cp:lastModifiedBy>PptxGenJS</cp:lastModifiedBy>
  <cp:revision>1</cp:revision>
  <dcterms:created xsi:type="dcterms:W3CDTF">2026-05-15T01:38:38Z</dcterms:created>
  <dcterms:modified xsi:type="dcterms:W3CDTF">2026-05-15T01:38:38Z</dcterms:modified>
</cp:coreProperties>
</file>