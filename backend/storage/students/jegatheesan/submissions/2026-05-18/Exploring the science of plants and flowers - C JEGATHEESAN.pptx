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8288000" cy="10287000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Nunito Medium" charset="0"/>
      <p:regular r:id="rId20"/>
    </p:embeddedFont>
    <p:embeddedFont>
      <p:font typeface="Nunito Bold" charset="0"/>
      <p:regular r:id="rId21"/>
    </p:embeddedFont>
    <p:embeddedFont>
      <p:font typeface="Nunito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-1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9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1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9.svg"/><Relationship Id="rId3" Type="http://schemas.openxmlformats.org/officeDocument/2006/relationships/image" Target="../media/image33.svg"/><Relationship Id="rId7" Type="http://schemas.openxmlformats.org/officeDocument/2006/relationships/image" Target="../media/image35.svg"/><Relationship Id="rId12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1.svg"/><Relationship Id="rId5" Type="http://schemas.openxmlformats.org/officeDocument/2006/relationships/image" Target="../media/image25.svg"/><Relationship Id="rId10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44.svg"/><Relationship Id="rId5" Type="http://schemas.openxmlformats.org/officeDocument/2006/relationships/image" Target="../media/image40.svg"/><Relationship Id="rId10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sv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6360" y="-67614"/>
            <a:ext cx="18879811" cy="10841327"/>
            <a:chOff x="0" y="0"/>
            <a:chExt cx="1079500" cy="1079500"/>
          </a:xfrm>
        </p:grpSpPr>
        <p:sp>
          <p:nvSpPr>
            <p:cNvPr id="3" name="Freeform 3"/>
            <p:cNvSpPr/>
            <p:nvPr/>
          </p:nvSpPr>
          <p:spPr>
            <a:xfrm>
              <a:off x="1296511" y="759974"/>
              <a:ext cx="11250909" cy="6429634"/>
            </a:xfrm>
            <a:custGeom>
              <a:avLst/>
              <a:gdLst/>
              <a:ahLst/>
              <a:cxnLst/>
              <a:rect l="l" t="t" r="r" b="b"/>
              <a:pathLst>
                <a:path w="11250909" h="6429634">
                  <a:moveTo>
                    <a:pt x="123442" y="0"/>
                  </a:moveTo>
                  <a:cubicBezTo>
                    <a:pt x="52904" y="0"/>
                    <a:pt x="0" y="30233"/>
                    <a:pt x="0" y="70544"/>
                  </a:cubicBezTo>
                  <a:cubicBezTo>
                    <a:pt x="0" y="110855"/>
                    <a:pt x="52904" y="141089"/>
                    <a:pt x="123442" y="141089"/>
                  </a:cubicBezTo>
                  <a:cubicBezTo>
                    <a:pt x="193981" y="141089"/>
                    <a:pt x="246885" y="110855"/>
                    <a:pt x="246885" y="70544"/>
                  </a:cubicBezTo>
                  <a:cubicBezTo>
                    <a:pt x="246885" y="30233"/>
                    <a:pt x="193981" y="0"/>
                    <a:pt x="123442" y="0"/>
                  </a:cubicBezTo>
                  <a:close/>
                  <a:moveTo>
                    <a:pt x="2874448" y="0"/>
                  </a:moveTo>
                  <a:cubicBezTo>
                    <a:pt x="2803910" y="0"/>
                    <a:pt x="2751006" y="30233"/>
                    <a:pt x="2751006" y="70544"/>
                  </a:cubicBezTo>
                  <a:cubicBezTo>
                    <a:pt x="2751006" y="110855"/>
                    <a:pt x="2803910" y="141089"/>
                    <a:pt x="2874448" y="141089"/>
                  </a:cubicBezTo>
                  <a:cubicBezTo>
                    <a:pt x="2944987" y="141089"/>
                    <a:pt x="2997891" y="110855"/>
                    <a:pt x="2997891" y="70544"/>
                  </a:cubicBezTo>
                  <a:cubicBezTo>
                    <a:pt x="2997891" y="30233"/>
                    <a:pt x="2944987" y="0"/>
                    <a:pt x="2874448" y="0"/>
                  </a:cubicBezTo>
                  <a:close/>
                  <a:moveTo>
                    <a:pt x="5625455" y="0"/>
                  </a:moveTo>
                  <a:cubicBezTo>
                    <a:pt x="5554916" y="0"/>
                    <a:pt x="5502012" y="30233"/>
                    <a:pt x="5502012" y="70544"/>
                  </a:cubicBezTo>
                  <a:cubicBezTo>
                    <a:pt x="5502012" y="110855"/>
                    <a:pt x="5554916" y="141089"/>
                    <a:pt x="5625455" y="141089"/>
                  </a:cubicBezTo>
                  <a:cubicBezTo>
                    <a:pt x="5695994" y="141089"/>
                    <a:pt x="5748898" y="110855"/>
                    <a:pt x="5748898" y="70544"/>
                  </a:cubicBezTo>
                  <a:cubicBezTo>
                    <a:pt x="5748898" y="30233"/>
                    <a:pt x="5695994" y="0"/>
                    <a:pt x="5625455" y="0"/>
                  </a:cubicBezTo>
                  <a:close/>
                  <a:moveTo>
                    <a:pt x="8376461" y="0"/>
                  </a:moveTo>
                  <a:cubicBezTo>
                    <a:pt x="8305922" y="0"/>
                    <a:pt x="8253018" y="30233"/>
                    <a:pt x="8253018" y="70544"/>
                  </a:cubicBezTo>
                  <a:cubicBezTo>
                    <a:pt x="8253018" y="110855"/>
                    <a:pt x="8305922" y="141089"/>
                    <a:pt x="8376461" y="141089"/>
                  </a:cubicBezTo>
                  <a:cubicBezTo>
                    <a:pt x="8447000" y="141089"/>
                    <a:pt x="8499903" y="110855"/>
                    <a:pt x="8499903" y="70544"/>
                  </a:cubicBezTo>
                  <a:cubicBezTo>
                    <a:pt x="8499903" y="30233"/>
                    <a:pt x="8447000" y="0"/>
                    <a:pt x="8376461" y="0"/>
                  </a:cubicBezTo>
                  <a:close/>
                  <a:moveTo>
                    <a:pt x="11127467" y="0"/>
                  </a:moveTo>
                  <a:cubicBezTo>
                    <a:pt x="11056928" y="0"/>
                    <a:pt x="11004025" y="30233"/>
                    <a:pt x="11004025" y="70544"/>
                  </a:cubicBezTo>
                  <a:cubicBezTo>
                    <a:pt x="11004025" y="110855"/>
                    <a:pt x="11056928" y="141089"/>
                    <a:pt x="11127467" y="141089"/>
                  </a:cubicBezTo>
                  <a:cubicBezTo>
                    <a:pt x="11198005" y="141089"/>
                    <a:pt x="11250909" y="110855"/>
                    <a:pt x="11250909" y="70544"/>
                  </a:cubicBezTo>
                  <a:cubicBezTo>
                    <a:pt x="11250909" y="30233"/>
                    <a:pt x="11198005" y="0"/>
                    <a:pt x="11127467" y="0"/>
                  </a:cubicBezTo>
                  <a:close/>
                  <a:moveTo>
                    <a:pt x="123442" y="1572136"/>
                  </a:moveTo>
                  <a:cubicBezTo>
                    <a:pt x="52904" y="1572136"/>
                    <a:pt x="0" y="1602369"/>
                    <a:pt x="0" y="1642681"/>
                  </a:cubicBezTo>
                  <a:cubicBezTo>
                    <a:pt x="0" y="1682992"/>
                    <a:pt x="52904" y="1713225"/>
                    <a:pt x="123442" y="1713225"/>
                  </a:cubicBezTo>
                  <a:cubicBezTo>
                    <a:pt x="193981" y="1713225"/>
                    <a:pt x="246885" y="1682992"/>
                    <a:pt x="246885" y="1642681"/>
                  </a:cubicBezTo>
                  <a:cubicBezTo>
                    <a:pt x="246885" y="1602369"/>
                    <a:pt x="193981" y="1572136"/>
                    <a:pt x="123442" y="1572136"/>
                  </a:cubicBezTo>
                  <a:close/>
                  <a:moveTo>
                    <a:pt x="2874448" y="1572136"/>
                  </a:moveTo>
                  <a:cubicBezTo>
                    <a:pt x="2803910" y="1572136"/>
                    <a:pt x="2751006" y="1602369"/>
                    <a:pt x="2751006" y="1642681"/>
                  </a:cubicBezTo>
                  <a:cubicBezTo>
                    <a:pt x="2751006" y="1682992"/>
                    <a:pt x="2803910" y="1713225"/>
                    <a:pt x="2874448" y="1713225"/>
                  </a:cubicBezTo>
                  <a:cubicBezTo>
                    <a:pt x="2944987" y="1713225"/>
                    <a:pt x="2997891" y="1682992"/>
                    <a:pt x="2997891" y="1642681"/>
                  </a:cubicBezTo>
                  <a:cubicBezTo>
                    <a:pt x="2997891" y="1602369"/>
                    <a:pt x="2944987" y="1572136"/>
                    <a:pt x="2874448" y="1572136"/>
                  </a:cubicBezTo>
                  <a:close/>
                  <a:moveTo>
                    <a:pt x="5625455" y="1572136"/>
                  </a:moveTo>
                  <a:cubicBezTo>
                    <a:pt x="5554916" y="1572136"/>
                    <a:pt x="5502012" y="1602369"/>
                    <a:pt x="5502012" y="1642681"/>
                  </a:cubicBezTo>
                  <a:cubicBezTo>
                    <a:pt x="5502012" y="1682992"/>
                    <a:pt x="5554916" y="1713225"/>
                    <a:pt x="5625455" y="1713225"/>
                  </a:cubicBezTo>
                  <a:cubicBezTo>
                    <a:pt x="5695994" y="1713225"/>
                    <a:pt x="5748898" y="1682992"/>
                    <a:pt x="5748898" y="1642681"/>
                  </a:cubicBezTo>
                  <a:cubicBezTo>
                    <a:pt x="5748898" y="1602369"/>
                    <a:pt x="5695994" y="1572136"/>
                    <a:pt x="5625455" y="1572136"/>
                  </a:cubicBezTo>
                  <a:close/>
                  <a:moveTo>
                    <a:pt x="8376461" y="1572136"/>
                  </a:moveTo>
                  <a:cubicBezTo>
                    <a:pt x="8305922" y="1572136"/>
                    <a:pt x="8253018" y="1602369"/>
                    <a:pt x="8253018" y="1642681"/>
                  </a:cubicBezTo>
                  <a:cubicBezTo>
                    <a:pt x="8253018" y="1682992"/>
                    <a:pt x="8305922" y="1713225"/>
                    <a:pt x="8376461" y="1713225"/>
                  </a:cubicBezTo>
                  <a:cubicBezTo>
                    <a:pt x="8447000" y="1713225"/>
                    <a:pt x="8499903" y="1682992"/>
                    <a:pt x="8499903" y="1642681"/>
                  </a:cubicBezTo>
                  <a:cubicBezTo>
                    <a:pt x="8499903" y="1602369"/>
                    <a:pt x="8447000" y="1572136"/>
                    <a:pt x="8376461" y="1572136"/>
                  </a:cubicBezTo>
                  <a:close/>
                  <a:moveTo>
                    <a:pt x="11127467" y="1572136"/>
                  </a:moveTo>
                  <a:cubicBezTo>
                    <a:pt x="11056928" y="1572136"/>
                    <a:pt x="11004025" y="1602369"/>
                    <a:pt x="11004025" y="1642681"/>
                  </a:cubicBezTo>
                  <a:cubicBezTo>
                    <a:pt x="11004025" y="1682992"/>
                    <a:pt x="11056928" y="1713225"/>
                    <a:pt x="11127467" y="1713225"/>
                  </a:cubicBezTo>
                  <a:cubicBezTo>
                    <a:pt x="11198005" y="1713225"/>
                    <a:pt x="11250909" y="1682992"/>
                    <a:pt x="11250909" y="1642681"/>
                  </a:cubicBezTo>
                  <a:cubicBezTo>
                    <a:pt x="11250909" y="1602369"/>
                    <a:pt x="11198005" y="1572136"/>
                    <a:pt x="11127467" y="1572136"/>
                  </a:cubicBezTo>
                  <a:close/>
                  <a:moveTo>
                    <a:pt x="123442" y="3144272"/>
                  </a:moveTo>
                  <a:cubicBezTo>
                    <a:pt x="52904" y="3144272"/>
                    <a:pt x="0" y="3174505"/>
                    <a:pt x="0" y="3214817"/>
                  </a:cubicBezTo>
                  <a:cubicBezTo>
                    <a:pt x="0" y="3255127"/>
                    <a:pt x="52904" y="3285361"/>
                    <a:pt x="123442" y="3285361"/>
                  </a:cubicBezTo>
                  <a:cubicBezTo>
                    <a:pt x="193981" y="3285361"/>
                    <a:pt x="246885" y="3255127"/>
                    <a:pt x="246885" y="3214817"/>
                  </a:cubicBezTo>
                  <a:cubicBezTo>
                    <a:pt x="246885" y="3174505"/>
                    <a:pt x="193981" y="3144272"/>
                    <a:pt x="123442" y="3144272"/>
                  </a:cubicBezTo>
                  <a:close/>
                  <a:moveTo>
                    <a:pt x="2874448" y="3144272"/>
                  </a:moveTo>
                  <a:cubicBezTo>
                    <a:pt x="2803910" y="3144272"/>
                    <a:pt x="2751006" y="3174505"/>
                    <a:pt x="2751006" y="3214817"/>
                  </a:cubicBezTo>
                  <a:cubicBezTo>
                    <a:pt x="2751006" y="3255127"/>
                    <a:pt x="2803910" y="3285361"/>
                    <a:pt x="2874448" y="3285361"/>
                  </a:cubicBezTo>
                  <a:cubicBezTo>
                    <a:pt x="2944987" y="3285361"/>
                    <a:pt x="2997891" y="3255127"/>
                    <a:pt x="2997891" y="3214817"/>
                  </a:cubicBezTo>
                  <a:cubicBezTo>
                    <a:pt x="2997891" y="3174505"/>
                    <a:pt x="2944987" y="3144272"/>
                    <a:pt x="2874448" y="3144272"/>
                  </a:cubicBezTo>
                  <a:close/>
                  <a:moveTo>
                    <a:pt x="5625455" y="3144272"/>
                  </a:moveTo>
                  <a:cubicBezTo>
                    <a:pt x="5554916" y="3144272"/>
                    <a:pt x="5502012" y="3174505"/>
                    <a:pt x="5502012" y="3214817"/>
                  </a:cubicBezTo>
                  <a:cubicBezTo>
                    <a:pt x="5502012" y="3255127"/>
                    <a:pt x="5554916" y="3285361"/>
                    <a:pt x="5625455" y="3285361"/>
                  </a:cubicBezTo>
                  <a:cubicBezTo>
                    <a:pt x="5695994" y="3285361"/>
                    <a:pt x="5748898" y="3255127"/>
                    <a:pt x="5748898" y="3214817"/>
                  </a:cubicBezTo>
                  <a:cubicBezTo>
                    <a:pt x="5748898" y="3174505"/>
                    <a:pt x="5695994" y="3144272"/>
                    <a:pt x="5625455" y="3144272"/>
                  </a:cubicBezTo>
                  <a:close/>
                  <a:moveTo>
                    <a:pt x="8376461" y="3144272"/>
                  </a:moveTo>
                  <a:cubicBezTo>
                    <a:pt x="8305922" y="3144272"/>
                    <a:pt x="8253018" y="3174505"/>
                    <a:pt x="8253018" y="3214817"/>
                  </a:cubicBezTo>
                  <a:cubicBezTo>
                    <a:pt x="8253018" y="3255127"/>
                    <a:pt x="8305922" y="3285361"/>
                    <a:pt x="8376461" y="3285361"/>
                  </a:cubicBezTo>
                  <a:cubicBezTo>
                    <a:pt x="8447000" y="3285361"/>
                    <a:pt x="8499903" y="3255127"/>
                    <a:pt x="8499903" y="3214817"/>
                  </a:cubicBezTo>
                  <a:cubicBezTo>
                    <a:pt x="8499903" y="3174505"/>
                    <a:pt x="8447000" y="3144272"/>
                    <a:pt x="8376461" y="3144272"/>
                  </a:cubicBezTo>
                  <a:close/>
                  <a:moveTo>
                    <a:pt x="11127467" y="3144272"/>
                  </a:moveTo>
                  <a:cubicBezTo>
                    <a:pt x="11056928" y="3144272"/>
                    <a:pt x="11004025" y="3174505"/>
                    <a:pt x="11004025" y="3214817"/>
                  </a:cubicBezTo>
                  <a:cubicBezTo>
                    <a:pt x="11004025" y="3255127"/>
                    <a:pt x="11056928" y="3285361"/>
                    <a:pt x="11127467" y="3285361"/>
                  </a:cubicBezTo>
                  <a:cubicBezTo>
                    <a:pt x="11198005" y="3285361"/>
                    <a:pt x="11250909" y="3255127"/>
                    <a:pt x="11250909" y="3214817"/>
                  </a:cubicBezTo>
                  <a:cubicBezTo>
                    <a:pt x="11250909" y="3174505"/>
                    <a:pt x="11198005" y="3144272"/>
                    <a:pt x="11127467" y="3144272"/>
                  </a:cubicBezTo>
                  <a:close/>
                  <a:moveTo>
                    <a:pt x="123442" y="4716408"/>
                  </a:moveTo>
                  <a:cubicBezTo>
                    <a:pt x="52904" y="4716408"/>
                    <a:pt x="0" y="4746642"/>
                    <a:pt x="0" y="4786953"/>
                  </a:cubicBezTo>
                  <a:cubicBezTo>
                    <a:pt x="0" y="4827264"/>
                    <a:pt x="52904" y="4857498"/>
                    <a:pt x="123442" y="4857498"/>
                  </a:cubicBezTo>
                  <a:cubicBezTo>
                    <a:pt x="193981" y="4857498"/>
                    <a:pt x="246885" y="4827264"/>
                    <a:pt x="246885" y="4786953"/>
                  </a:cubicBezTo>
                  <a:cubicBezTo>
                    <a:pt x="246885" y="4746642"/>
                    <a:pt x="193981" y="4716408"/>
                    <a:pt x="123442" y="4716408"/>
                  </a:cubicBezTo>
                  <a:close/>
                  <a:moveTo>
                    <a:pt x="2874448" y="4716408"/>
                  </a:moveTo>
                  <a:cubicBezTo>
                    <a:pt x="2803910" y="4716408"/>
                    <a:pt x="2751006" y="4746642"/>
                    <a:pt x="2751006" y="4786953"/>
                  </a:cubicBezTo>
                  <a:cubicBezTo>
                    <a:pt x="2751006" y="4827264"/>
                    <a:pt x="2803910" y="4857498"/>
                    <a:pt x="2874448" y="4857498"/>
                  </a:cubicBezTo>
                  <a:cubicBezTo>
                    <a:pt x="2944987" y="4857498"/>
                    <a:pt x="2997891" y="4827264"/>
                    <a:pt x="2997891" y="4786953"/>
                  </a:cubicBezTo>
                  <a:cubicBezTo>
                    <a:pt x="2997891" y="4746642"/>
                    <a:pt x="2944987" y="4716408"/>
                    <a:pt x="2874448" y="4716408"/>
                  </a:cubicBezTo>
                  <a:close/>
                  <a:moveTo>
                    <a:pt x="5625455" y="4716408"/>
                  </a:moveTo>
                  <a:cubicBezTo>
                    <a:pt x="5554916" y="4716408"/>
                    <a:pt x="5502012" y="4746642"/>
                    <a:pt x="5502012" y="4786953"/>
                  </a:cubicBezTo>
                  <a:cubicBezTo>
                    <a:pt x="5502012" y="4827264"/>
                    <a:pt x="5554916" y="4857498"/>
                    <a:pt x="5625455" y="4857498"/>
                  </a:cubicBezTo>
                  <a:cubicBezTo>
                    <a:pt x="5695994" y="4857498"/>
                    <a:pt x="5748898" y="4827264"/>
                    <a:pt x="5748898" y="4786953"/>
                  </a:cubicBezTo>
                  <a:cubicBezTo>
                    <a:pt x="5748898" y="4746642"/>
                    <a:pt x="5695994" y="4716408"/>
                    <a:pt x="5625455" y="4716408"/>
                  </a:cubicBezTo>
                  <a:close/>
                  <a:moveTo>
                    <a:pt x="8376461" y="4716408"/>
                  </a:moveTo>
                  <a:cubicBezTo>
                    <a:pt x="8305922" y="4716408"/>
                    <a:pt x="8253018" y="4746642"/>
                    <a:pt x="8253018" y="4786953"/>
                  </a:cubicBezTo>
                  <a:cubicBezTo>
                    <a:pt x="8253018" y="4827264"/>
                    <a:pt x="8305922" y="4857498"/>
                    <a:pt x="8376461" y="4857498"/>
                  </a:cubicBezTo>
                  <a:cubicBezTo>
                    <a:pt x="8447000" y="4857498"/>
                    <a:pt x="8499903" y="4827264"/>
                    <a:pt x="8499903" y="4786953"/>
                  </a:cubicBezTo>
                  <a:cubicBezTo>
                    <a:pt x="8499903" y="4746642"/>
                    <a:pt x="8447000" y="4716408"/>
                    <a:pt x="8376461" y="4716408"/>
                  </a:cubicBezTo>
                  <a:close/>
                  <a:moveTo>
                    <a:pt x="11127467" y="4716408"/>
                  </a:moveTo>
                  <a:cubicBezTo>
                    <a:pt x="11056928" y="4716408"/>
                    <a:pt x="11004025" y="4746642"/>
                    <a:pt x="11004025" y="4786953"/>
                  </a:cubicBezTo>
                  <a:cubicBezTo>
                    <a:pt x="11004025" y="4827264"/>
                    <a:pt x="11056928" y="4857498"/>
                    <a:pt x="11127467" y="4857498"/>
                  </a:cubicBezTo>
                  <a:cubicBezTo>
                    <a:pt x="11198005" y="4857498"/>
                    <a:pt x="11250909" y="4827264"/>
                    <a:pt x="11250909" y="4786953"/>
                  </a:cubicBezTo>
                  <a:cubicBezTo>
                    <a:pt x="11250909" y="4746642"/>
                    <a:pt x="11198005" y="4716408"/>
                    <a:pt x="11127467" y="4716408"/>
                  </a:cubicBezTo>
                  <a:close/>
                  <a:moveTo>
                    <a:pt x="123442" y="6288545"/>
                  </a:moveTo>
                  <a:cubicBezTo>
                    <a:pt x="52904" y="6288545"/>
                    <a:pt x="0" y="6318778"/>
                    <a:pt x="0" y="6359089"/>
                  </a:cubicBezTo>
                  <a:cubicBezTo>
                    <a:pt x="0" y="6399400"/>
                    <a:pt x="52904" y="6429634"/>
                    <a:pt x="123442" y="6429634"/>
                  </a:cubicBezTo>
                  <a:cubicBezTo>
                    <a:pt x="193981" y="6429634"/>
                    <a:pt x="246885" y="6399400"/>
                    <a:pt x="246885" y="6359089"/>
                  </a:cubicBezTo>
                  <a:cubicBezTo>
                    <a:pt x="246885" y="6318778"/>
                    <a:pt x="193981" y="6288545"/>
                    <a:pt x="123442" y="6288545"/>
                  </a:cubicBezTo>
                  <a:close/>
                  <a:moveTo>
                    <a:pt x="2874448" y="6288545"/>
                  </a:moveTo>
                  <a:cubicBezTo>
                    <a:pt x="2803910" y="6288545"/>
                    <a:pt x="2751006" y="6318778"/>
                    <a:pt x="2751006" y="6359089"/>
                  </a:cubicBezTo>
                  <a:cubicBezTo>
                    <a:pt x="2751006" y="6399400"/>
                    <a:pt x="2803910" y="6429634"/>
                    <a:pt x="2874448" y="6429634"/>
                  </a:cubicBezTo>
                  <a:cubicBezTo>
                    <a:pt x="2944987" y="6429634"/>
                    <a:pt x="2997891" y="6399400"/>
                    <a:pt x="2997891" y="6359089"/>
                  </a:cubicBezTo>
                  <a:cubicBezTo>
                    <a:pt x="2997891" y="6318778"/>
                    <a:pt x="2944987" y="6288545"/>
                    <a:pt x="2874448" y="6288545"/>
                  </a:cubicBezTo>
                  <a:close/>
                  <a:moveTo>
                    <a:pt x="5625455" y="6288545"/>
                  </a:moveTo>
                  <a:cubicBezTo>
                    <a:pt x="5554916" y="6288545"/>
                    <a:pt x="5502012" y="6318778"/>
                    <a:pt x="5502012" y="6359089"/>
                  </a:cubicBezTo>
                  <a:cubicBezTo>
                    <a:pt x="5502012" y="6399400"/>
                    <a:pt x="5554916" y="6429634"/>
                    <a:pt x="5625455" y="6429634"/>
                  </a:cubicBezTo>
                  <a:cubicBezTo>
                    <a:pt x="5695994" y="6429634"/>
                    <a:pt x="5748898" y="6399400"/>
                    <a:pt x="5748898" y="6359089"/>
                  </a:cubicBezTo>
                  <a:cubicBezTo>
                    <a:pt x="5748898" y="6318778"/>
                    <a:pt x="5695994" y="6288545"/>
                    <a:pt x="5625455" y="6288545"/>
                  </a:cubicBezTo>
                  <a:close/>
                  <a:moveTo>
                    <a:pt x="8376461" y="6288545"/>
                  </a:moveTo>
                  <a:cubicBezTo>
                    <a:pt x="8305922" y="6288545"/>
                    <a:pt x="8253018" y="6318778"/>
                    <a:pt x="8253018" y="6359089"/>
                  </a:cubicBezTo>
                  <a:cubicBezTo>
                    <a:pt x="8253018" y="6399400"/>
                    <a:pt x="8305922" y="6429634"/>
                    <a:pt x="8376461" y="6429634"/>
                  </a:cubicBezTo>
                  <a:cubicBezTo>
                    <a:pt x="8447000" y="6429634"/>
                    <a:pt x="8499903" y="6399400"/>
                    <a:pt x="8499903" y="6359089"/>
                  </a:cubicBezTo>
                  <a:cubicBezTo>
                    <a:pt x="8499903" y="6318778"/>
                    <a:pt x="8447000" y="6288545"/>
                    <a:pt x="8376461" y="6288545"/>
                  </a:cubicBezTo>
                  <a:close/>
                  <a:moveTo>
                    <a:pt x="11127467" y="6288545"/>
                  </a:moveTo>
                  <a:cubicBezTo>
                    <a:pt x="11056928" y="6288545"/>
                    <a:pt x="11004025" y="6318778"/>
                    <a:pt x="11004025" y="6359089"/>
                  </a:cubicBezTo>
                  <a:cubicBezTo>
                    <a:pt x="11004025" y="6399400"/>
                    <a:pt x="11056928" y="6429634"/>
                    <a:pt x="11127467" y="6429634"/>
                  </a:cubicBezTo>
                  <a:cubicBezTo>
                    <a:pt x="11198005" y="6429634"/>
                    <a:pt x="11250909" y="6399400"/>
                    <a:pt x="11250909" y="6359089"/>
                  </a:cubicBezTo>
                  <a:cubicBezTo>
                    <a:pt x="11250909" y="6318778"/>
                    <a:pt x="11198005" y="6288545"/>
                    <a:pt x="11127467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43050" y="1526435"/>
            <a:ext cx="15354300" cy="7386529"/>
            <a:chOff x="0" y="0"/>
            <a:chExt cx="20472400" cy="9848705"/>
          </a:xfrm>
        </p:grpSpPr>
        <p:grpSp>
          <p:nvGrpSpPr>
            <p:cNvPr id="5" name="Group 5"/>
            <p:cNvGrpSpPr/>
            <p:nvPr/>
          </p:nvGrpSpPr>
          <p:grpSpPr>
            <a:xfrm>
              <a:off x="203200" y="203200"/>
              <a:ext cx="20269200" cy="9645505"/>
              <a:chOff x="0" y="0"/>
              <a:chExt cx="4003793" cy="190528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03792" cy="1905285"/>
              </a:xfrm>
              <a:custGeom>
                <a:avLst/>
                <a:gdLst/>
                <a:ahLst/>
                <a:cxnLst/>
                <a:rect l="l" t="t" r="r" b="b"/>
                <a:pathLst>
                  <a:path w="4003792" h="1905285">
                    <a:moveTo>
                      <a:pt x="0" y="0"/>
                    </a:moveTo>
                    <a:lnTo>
                      <a:pt x="4003792" y="0"/>
                    </a:lnTo>
                    <a:lnTo>
                      <a:pt x="4003792" y="1905285"/>
                    </a:lnTo>
                    <a:lnTo>
                      <a:pt x="0" y="1905285"/>
                    </a:lnTo>
                    <a:close/>
                  </a:path>
                </a:pathLst>
              </a:custGeom>
              <a:solidFill>
                <a:srgbClr val="000001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9525"/>
                <a:ext cx="4003793" cy="19148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20269200" cy="9645505"/>
              <a:chOff x="0" y="0"/>
              <a:chExt cx="4003793" cy="190528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03792" cy="1905285"/>
              </a:xfrm>
              <a:custGeom>
                <a:avLst/>
                <a:gdLst/>
                <a:ahLst/>
                <a:cxnLst/>
                <a:rect l="l" t="t" r="r" b="b"/>
                <a:pathLst>
                  <a:path w="4003792" h="1905285">
                    <a:moveTo>
                      <a:pt x="0" y="0"/>
                    </a:moveTo>
                    <a:lnTo>
                      <a:pt x="4003792" y="0"/>
                    </a:lnTo>
                    <a:lnTo>
                      <a:pt x="4003792" y="1905285"/>
                    </a:lnTo>
                    <a:lnTo>
                      <a:pt x="0" y="1905285"/>
                    </a:lnTo>
                    <a:close/>
                  </a:path>
                </a:pathLst>
              </a:custGeom>
              <a:solidFill>
                <a:srgbClr val="FBFCF3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9525"/>
                <a:ext cx="4003793" cy="19148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6196092" y="2058755"/>
            <a:ext cx="4879306" cy="5132642"/>
          </a:xfrm>
          <a:custGeom>
            <a:avLst/>
            <a:gdLst/>
            <a:ahLst/>
            <a:cxnLst/>
            <a:rect l="l" t="t" r="r" b="b"/>
            <a:pathLst>
              <a:path w="4879306" h="5132642">
                <a:moveTo>
                  <a:pt x="0" y="0"/>
                </a:moveTo>
                <a:lnTo>
                  <a:pt x="4879306" y="0"/>
                </a:lnTo>
                <a:lnTo>
                  <a:pt x="4879306" y="5132642"/>
                </a:lnTo>
                <a:lnTo>
                  <a:pt x="0" y="5132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749"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691213">
            <a:off x="202010" y="6687141"/>
            <a:ext cx="4036397" cy="4424150"/>
          </a:xfrm>
          <a:custGeom>
            <a:avLst/>
            <a:gdLst/>
            <a:ahLst/>
            <a:cxnLst/>
            <a:rect l="l" t="t" r="r" b="b"/>
            <a:pathLst>
              <a:path w="4036397" h="4424150">
                <a:moveTo>
                  <a:pt x="0" y="0"/>
                </a:moveTo>
                <a:lnTo>
                  <a:pt x="4036397" y="0"/>
                </a:lnTo>
                <a:lnTo>
                  <a:pt x="4036397" y="4424150"/>
                </a:lnTo>
                <a:lnTo>
                  <a:pt x="0" y="4424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b="-99918"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3465960" y="2429822"/>
            <a:ext cx="11356080" cy="406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50"/>
              </a:lnSpc>
            </a:pPr>
            <a:r>
              <a:rPr lang="en-US" sz="9500" b="1" u="none" strike="noStrike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How Do</a:t>
            </a:r>
          </a:p>
          <a:p>
            <a:pPr marL="0" lvl="0" indent="0" algn="ctr">
              <a:lnSpc>
                <a:spcPts val="10450"/>
              </a:lnSpc>
            </a:pPr>
            <a:r>
              <a:rPr lang="en-US" sz="9500" b="1" u="none" strike="noStrike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Flowering Plants Reproduce?</a:t>
            </a:r>
          </a:p>
        </p:txBody>
      </p:sp>
      <p:sp>
        <p:nvSpPr>
          <p:cNvPr id="14" name="Freeform 14"/>
          <p:cNvSpPr/>
          <p:nvPr/>
        </p:nvSpPr>
        <p:spPr>
          <a:xfrm rot="104503" flipH="1">
            <a:off x="-675539" y="-362757"/>
            <a:ext cx="4275836" cy="4462447"/>
          </a:xfrm>
          <a:custGeom>
            <a:avLst/>
            <a:gdLst/>
            <a:ahLst/>
            <a:cxnLst/>
            <a:rect l="l" t="t" r="r" b="b"/>
            <a:pathLst>
              <a:path w="4275836" h="4462447">
                <a:moveTo>
                  <a:pt x="4275836" y="0"/>
                </a:moveTo>
                <a:lnTo>
                  <a:pt x="0" y="0"/>
                </a:lnTo>
                <a:lnTo>
                  <a:pt x="0" y="4462447"/>
                </a:lnTo>
                <a:lnTo>
                  <a:pt x="4275836" y="4462447"/>
                </a:lnTo>
                <a:lnTo>
                  <a:pt x="42758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2275024">
            <a:off x="14789832" y="2226162"/>
            <a:ext cx="1288104" cy="1935676"/>
          </a:xfrm>
          <a:custGeom>
            <a:avLst/>
            <a:gdLst/>
            <a:ahLst/>
            <a:cxnLst/>
            <a:rect l="l" t="t" r="r" b="b"/>
            <a:pathLst>
              <a:path w="1288104" h="1935676">
                <a:moveTo>
                  <a:pt x="0" y="0"/>
                </a:moveTo>
                <a:lnTo>
                  <a:pt x="1288104" y="0"/>
                </a:lnTo>
                <a:lnTo>
                  <a:pt x="1288104" y="1935675"/>
                </a:lnTo>
                <a:lnTo>
                  <a:pt x="0" y="193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2161755">
            <a:off x="11669473" y="-224529"/>
            <a:ext cx="3916340" cy="2506458"/>
          </a:xfrm>
          <a:custGeom>
            <a:avLst/>
            <a:gdLst/>
            <a:ahLst/>
            <a:cxnLst/>
            <a:rect l="l" t="t" r="r" b="b"/>
            <a:pathLst>
              <a:path w="3916340" h="2506458">
                <a:moveTo>
                  <a:pt x="0" y="0"/>
                </a:moveTo>
                <a:lnTo>
                  <a:pt x="3916340" y="0"/>
                </a:lnTo>
                <a:lnTo>
                  <a:pt x="3916340" y="2506458"/>
                </a:lnTo>
                <a:lnTo>
                  <a:pt x="0" y="2506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691213">
            <a:off x="13415685" y="5711548"/>
            <a:ext cx="4036397" cy="4424150"/>
          </a:xfrm>
          <a:custGeom>
            <a:avLst/>
            <a:gdLst/>
            <a:ahLst/>
            <a:cxnLst/>
            <a:rect l="l" t="t" r="r" b="b"/>
            <a:pathLst>
              <a:path w="4036397" h="4424150">
                <a:moveTo>
                  <a:pt x="0" y="0"/>
                </a:moveTo>
                <a:lnTo>
                  <a:pt x="4036397" y="0"/>
                </a:lnTo>
                <a:lnTo>
                  <a:pt x="4036397" y="4424150"/>
                </a:lnTo>
                <a:lnTo>
                  <a:pt x="0" y="4424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b="-9991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104503" flipH="1">
            <a:off x="14223266" y="4731045"/>
            <a:ext cx="1191988" cy="1244010"/>
          </a:xfrm>
          <a:custGeom>
            <a:avLst/>
            <a:gdLst/>
            <a:ahLst/>
            <a:cxnLst/>
            <a:rect l="l" t="t" r="r" b="b"/>
            <a:pathLst>
              <a:path w="1191988" h="1244010">
                <a:moveTo>
                  <a:pt x="1191988" y="0"/>
                </a:moveTo>
                <a:lnTo>
                  <a:pt x="0" y="0"/>
                </a:lnTo>
                <a:lnTo>
                  <a:pt x="0" y="1244010"/>
                </a:lnTo>
                <a:lnTo>
                  <a:pt x="1191988" y="1244010"/>
                </a:lnTo>
                <a:lnTo>
                  <a:pt x="119198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0" y="2667000"/>
            <a:ext cx="4953000" cy="5210162"/>
          </a:xfrm>
          <a:custGeom>
            <a:avLst/>
            <a:gdLst/>
            <a:ahLst/>
            <a:cxnLst/>
            <a:rect l="l" t="t" r="r" b="b"/>
            <a:pathLst>
              <a:path w="4953000" h="5210162">
                <a:moveTo>
                  <a:pt x="0" y="0"/>
                </a:moveTo>
                <a:lnTo>
                  <a:pt x="4953000" y="0"/>
                </a:lnTo>
                <a:lnTo>
                  <a:pt x="4953000" y="5210162"/>
                </a:lnTo>
                <a:lnTo>
                  <a:pt x="0" y="521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749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810000" y="2274008"/>
            <a:ext cx="2286000" cy="690664"/>
            <a:chOff x="0" y="0"/>
            <a:chExt cx="1434353" cy="433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Anther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10000" y="4552339"/>
            <a:ext cx="2286000" cy="690664"/>
            <a:chOff x="0" y="0"/>
            <a:chExt cx="1434353" cy="433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Filament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0" y="6720768"/>
            <a:ext cx="2286000" cy="690664"/>
            <a:chOff x="0" y="0"/>
            <a:chExt cx="1434353" cy="433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Sepal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92000" y="6720768"/>
            <a:ext cx="2286000" cy="690664"/>
            <a:chOff x="0" y="0"/>
            <a:chExt cx="1434353" cy="4333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Ovary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000" y="2667000"/>
            <a:ext cx="2286000" cy="690664"/>
            <a:chOff x="0" y="0"/>
            <a:chExt cx="1434353" cy="43335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Stigma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725165" y="3463665"/>
            <a:ext cx="3219670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Sticky surface that captures pollen grains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192000" y="4693884"/>
            <a:ext cx="2286000" cy="690664"/>
            <a:chOff x="0" y="0"/>
            <a:chExt cx="1434353" cy="43335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Style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6096000" y="2619340"/>
            <a:ext cx="2262962" cy="1236421"/>
          </a:xfrm>
          <a:custGeom>
            <a:avLst/>
            <a:gdLst/>
            <a:ahLst/>
            <a:cxnLst/>
            <a:rect l="l" t="t" r="r" b="b"/>
            <a:pathLst>
              <a:path w="2262962" h="1236421">
                <a:moveTo>
                  <a:pt x="0" y="0"/>
                </a:moveTo>
                <a:quadBezTo>
                  <a:pt x="1512705" y="436514"/>
                  <a:pt x="2262962" y="1236421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3" name="Freeform 23"/>
          <p:cNvSpPr/>
          <p:nvPr/>
        </p:nvSpPr>
        <p:spPr>
          <a:xfrm>
            <a:off x="6096000" y="4192283"/>
            <a:ext cx="2596084" cy="705388"/>
          </a:xfrm>
          <a:custGeom>
            <a:avLst/>
            <a:gdLst/>
            <a:ahLst/>
            <a:cxnLst/>
            <a:rect l="l" t="t" r="r" b="b"/>
            <a:pathLst>
              <a:path w="2596084" h="705388">
                <a:moveTo>
                  <a:pt x="0" y="705388"/>
                </a:moveTo>
                <a:quadBezTo>
                  <a:pt x="1147464" y="-229882"/>
                  <a:pt x="2596084" y="74917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4" name="Freeform 24"/>
          <p:cNvSpPr/>
          <p:nvPr/>
        </p:nvSpPr>
        <p:spPr>
          <a:xfrm>
            <a:off x="9225966" y="5341584"/>
            <a:ext cx="2966034" cy="1724516"/>
          </a:xfrm>
          <a:custGeom>
            <a:avLst/>
            <a:gdLst/>
            <a:ahLst/>
            <a:cxnLst/>
            <a:rect l="l" t="t" r="r" b="b"/>
            <a:pathLst>
              <a:path w="2966034" h="1724516">
                <a:moveTo>
                  <a:pt x="0" y="0"/>
                </a:moveTo>
                <a:quadBezTo>
                  <a:pt x="1056117" y="1624138"/>
                  <a:pt x="2966034" y="1724516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5" name="Freeform 25"/>
          <p:cNvSpPr/>
          <p:nvPr/>
        </p:nvSpPr>
        <p:spPr>
          <a:xfrm>
            <a:off x="6096000" y="5897916"/>
            <a:ext cx="2015584" cy="1168184"/>
          </a:xfrm>
          <a:custGeom>
            <a:avLst/>
            <a:gdLst/>
            <a:ahLst/>
            <a:cxnLst/>
            <a:rect l="l" t="t" r="r" b="b"/>
            <a:pathLst>
              <a:path w="2015584" h="1168184">
                <a:moveTo>
                  <a:pt x="0" y="1168184"/>
                </a:moveTo>
                <a:quadBezTo>
                  <a:pt x="1240754" y="986045"/>
                  <a:pt x="2015584" y="0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6" name="Freeform 26"/>
          <p:cNvSpPr/>
          <p:nvPr/>
        </p:nvSpPr>
        <p:spPr>
          <a:xfrm>
            <a:off x="9144000" y="4096103"/>
            <a:ext cx="3048000" cy="943113"/>
          </a:xfrm>
          <a:custGeom>
            <a:avLst/>
            <a:gdLst/>
            <a:ahLst/>
            <a:cxnLst/>
            <a:rect l="l" t="t" r="r" b="b"/>
            <a:pathLst>
              <a:path w="3048000" h="943113">
                <a:moveTo>
                  <a:pt x="0" y="171097"/>
                </a:moveTo>
                <a:quadBezTo>
                  <a:pt x="1634516" y="-401701"/>
                  <a:pt x="3048000" y="943113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grpSp>
        <p:nvGrpSpPr>
          <p:cNvPr id="27" name="Group 27"/>
          <p:cNvGrpSpPr/>
          <p:nvPr/>
        </p:nvGrpSpPr>
        <p:grpSpPr>
          <a:xfrm>
            <a:off x="600075" y="2803805"/>
            <a:ext cx="2343150" cy="1874349"/>
            <a:chOff x="0" y="0"/>
            <a:chExt cx="617126" cy="4936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7126" cy="493656"/>
            </a:xfrm>
            <a:custGeom>
              <a:avLst/>
              <a:gdLst/>
              <a:ahLst/>
              <a:cxnLst/>
              <a:rect l="l" t="t" r="r" b="b"/>
              <a:pathLst>
                <a:path w="617126" h="493656">
                  <a:moveTo>
                    <a:pt x="125554" y="0"/>
                  </a:moveTo>
                  <a:lnTo>
                    <a:pt x="491571" y="0"/>
                  </a:lnTo>
                  <a:cubicBezTo>
                    <a:pt x="524871" y="0"/>
                    <a:pt x="556806" y="13228"/>
                    <a:pt x="580352" y="36774"/>
                  </a:cubicBezTo>
                  <a:cubicBezTo>
                    <a:pt x="603898" y="60320"/>
                    <a:pt x="617126" y="92255"/>
                    <a:pt x="617126" y="125554"/>
                  </a:cubicBezTo>
                  <a:lnTo>
                    <a:pt x="617126" y="368101"/>
                  </a:lnTo>
                  <a:cubicBezTo>
                    <a:pt x="617126" y="401400"/>
                    <a:pt x="603898" y="433336"/>
                    <a:pt x="580352" y="456882"/>
                  </a:cubicBezTo>
                  <a:cubicBezTo>
                    <a:pt x="556806" y="480428"/>
                    <a:pt x="524871" y="493656"/>
                    <a:pt x="491571" y="493656"/>
                  </a:cubicBezTo>
                  <a:lnTo>
                    <a:pt x="125554" y="493656"/>
                  </a:lnTo>
                  <a:cubicBezTo>
                    <a:pt x="92255" y="493656"/>
                    <a:pt x="60320" y="480428"/>
                    <a:pt x="36774" y="456882"/>
                  </a:cubicBezTo>
                  <a:cubicBezTo>
                    <a:pt x="13228" y="433336"/>
                    <a:pt x="0" y="401400"/>
                    <a:pt x="0" y="368101"/>
                  </a:cubicBezTo>
                  <a:lnTo>
                    <a:pt x="0" y="125554"/>
                  </a:lnTo>
                  <a:cubicBezTo>
                    <a:pt x="0" y="92255"/>
                    <a:pt x="13228" y="60320"/>
                    <a:pt x="36774" y="36774"/>
                  </a:cubicBezTo>
                  <a:cubicBezTo>
                    <a:pt x="60320" y="13228"/>
                    <a:pt x="92255" y="0"/>
                    <a:pt x="1255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617126" cy="493656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Stamen</a:t>
              </a:r>
            </a:p>
            <a:p>
              <a:pPr marL="0" lvl="0" indent="0" algn="ctr">
                <a:lnSpc>
                  <a:spcPts val="2999"/>
                </a:lnSpc>
              </a:pPr>
              <a:r>
                <a:rPr lang="en-US" sz="2399" b="1" spc="-23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Male reproductive part of flowers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771650" y="2619340"/>
            <a:ext cx="2038350" cy="184465"/>
          </a:xfrm>
          <a:custGeom>
            <a:avLst/>
            <a:gdLst/>
            <a:ahLst/>
            <a:cxnLst/>
            <a:rect l="l" t="t" r="r" b="b"/>
            <a:pathLst>
              <a:path w="2038350" h="184465">
                <a:moveTo>
                  <a:pt x="0" y="184465"/>
                </a:moveTo>
                <a:lnTo>
                  <a:pt x="926942" y="184465"/>
                </a:lnTo>
                <a:cubicBezTo>
                  <a:pt x="977881" y="184465"/>
                  <a:pt x="1019175" y="143171"/>
                  <a:pt x="1019175" y="92233"/>
                </a:cubicBezTo>
                <a:lnTo>
                  <a:pt x="1019175" y="92233"/>
                </a:lnTo>
                <a:cubicBezTo>
                  <a:pt x="1019175" y="41294"/>
                  <a:pt x="1060469" y="0"/>
                  <a:pt x="1111408" y="0"/>
                </a:cubicBezTo>
                <a:lnTo>
                  <a:pt x="2038350" y="0"/>
                </a:lnTo>
              </a:path>
            </a:pathLst>
          </a:custGeom>
          <a:ln w="28575" cap="rnd">
            <a:solidFill>
              <a:srgbClr val="000001"/>
            </a:solidFill>
            <a:prstDash val="sysDash"/>
            <a:headEnd type="none" w="sm" len="sm"/>
            <a:tailEnd type="oval" w="lg" len="lg"/>
          </a:ln>
        </p:spPr>
      </p:sp>
      <p:sp>
        <p:nvSpPr>
          <p:cNvPr id="31" name="Freeform 31"/>
          <p:cNvSpPr/>
          <p:nvPr/>
        </p:nvSpPr>
        <p:spPr>
          <a:xfrm>
            <a:off x="1771650" y="4678154"/>
            <a:ext cx="2038350" cy="219517"/>
          </a:xfrm>
          <a:custGeom>
            <a:avLst/>
            <a:gdLst/>
            <a:ahLst/>
            <a:cxnLst/>
            <a:rect l="l" t="t" r="r" b="b"/>
            <a:pathLst>
              <a:path w="2038350" h="219517">
                <a:moveTo>
                  <a:pt x="0" y="0"/>
                </a:moveTo>
                <a:lnTo>
                  <a:pt x="909416" y="0"/>
                </a:lnTo>
                <a:cubicBezTo>
                  <a:pt x="970034" y="0"/>
                  <a:pt x="1019175" y="49141"/>
                  <a:pt x="1019175" y="109759"/>
                </a:cubicBezTo>
                <a:lnTo>
                  <a:pt x="1019175" y="109759"/>
                </a:lnTo>
                <a:cubicBezTo>
                  <a:pt x="1019175" y="170377"/>
                  <a:pt x="1068316" y="219517"/>
                  <a:pt x="1128934" y="219517"/>
                </a:cubicBezTo>
                <a:lnTo>
                  <a:pt x="2038350" y="219517"/>
                </a:lnTo>
              </a:path>
            </a:pathLst>
          </a:custGeom>
          <a:ln w="28575" cap="rnd">
            <a:solidFill>
              <a:srgbClr val="000001"/>
            </a:solidFill>
            <a:prstDash val="sysDash"/>
            <a:headEnd type="none" w="sm" len="sm"/>
            <a:tailEnd type="oval" w="lg" len="lg"/>
          </a:ln>
        </p:spPr>
      </p:sp>
      <p:grpSp>
        <p:nvGrpSpPr>
          <p:cNvPr id="32" name="Group 32"/>
          <p:cNvGrpSpPr/>
          <p:nvPr/>
        </p:nvGrpSpPr>
        <p:grpSpPr>
          <a:xfrm>
            <a:off x="15602170" y="4060480"/>
            <a:ext cx="2114330" cy="2245810"/>
            <a:chOff x="0" y="0"/>
            <a:chExt cx="556861" cy="59148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6861" cy="591489"/>
            </a:xfrm>
            <a:custGeom>
              <a:avLst/>
              <a:gdLst/>
              <a:ahLst/>
              <a:cxnLst/>
              <a:rect l="l" t="t" r="r" b="b"/>
              <a:pathLst>
                <a:path w="556861" h="591489">
                  <a:moveTo>
                    <a:pt x="139142" y="0"/>
                  </a:moveTo>
                  <a:lnTo>
                    <a:pt x="417718" y="0"/>
                  </a:lnTo>
                  <a:cubicBezTo>
                    <a:pt x="494564" y="0"/>
                    <a:pt x="556861" y="62296"/>
                    <a:pt x="556861" y="139142"/>
                  </a:cubicBezTo>
                  <a:lnTo>
                    <a:pt x="556861" y="452347"/>
                  </a:lnTo>
                  <a:cubicBezTo>
                    <a:pt x="556861" y="489250"/>
                    <a:pt x="542201" y="524641"/>
                    <a:pt x="516107" y="550735"/>
                  </a:cubicBezTo>
                  <a:cubicBezTo>
                    <a:pt x="490013" y="576829"/>
                    <a:pt x="454621" y="591489"/>
                    <a:pt x="417718" y="591489"/>
                  </a:cubicBezTo>
                  <a:lnTo>
                    <a:pt x="139142" y="591489"/>
                  </a:lnTo>
                  <a:cubicBezTo>
                    <a:pt x="102240" y="591489"/>
                    <a:pt x="66848" y="576829"/>
                    <a:pt x="40754" y="550735"/>
                  </a:cubicBezTo>
                  <a:cubicBezTo>
                    <a:pt x="14660" y="524641"/>
                    <a:pt x="0" y="489250"/>
                    <a:pt x="0" y="452347"/>
                  </a:cubicBezTo>
                  <a:lnTo>
                    <a:pt x="0" y="139142"/>
                  </a:lnTo>
                  <a:cubicBezTo>
                    <a:pt x="0" y="102240"/>
                    <a:pt x="14660" y="66848"/>
                    <a:pt x="40754" y="40754"/>
                  </a:cubicBezTo>
                  <a:cubicBezTo>
                    <a:pt x="66848" y="14660"/>
                    <a:pt x="102240" y="0"/>
                    <a:pt x="13914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56861" cy="591489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Pistil</a:t>
              </a:r>
            </a:p>
            <a:p>
              <a:pPr marL="0" lvl="0" indent="0" algn="ctr">
                <a:lnSpc>
                  <a:spcPts val="2999"/>
                </a:lnSpc>
              </a:pPr>
              <a:r>
                <a:rPr lang="en-US" sz="2399" b="1" spc="-23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Female reproductive part of flowers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4478000" y="3012332"/>
            <a:ext cx="2181335" cy="1048148"/>
          </a:xfrm>
          <a:custGeom>
            <a:avLst/>
            <a:gdLst/>
            <a:ahLst/>
            <a:cxnLst/>
            <a:rect l="l" t="t" r="r" b="b"/>
            <a:pathLst>
              <a:path w="2181335" h="1048148">
                <a:moveTo>
                  <a:pt x="0" y="0"/>
                </a:moveTo>
                <a:lnTo>
                  <a:pt x="862067" y="0"/>
                </a:lnTo>
                <a:cubicBezTo>
                  <a:pt x="988320" y="0"/>
                  <a:pt x="1090667" y="102347"/>
                  <a:pt x="1090667" y="228600"/>
                </a:cubicBezTo>
                <a:lnTo>
                  <a:pt x="1090667" y="819548"/>
                </a:lnTo>
                <a:cubicBezTo>
                  <a:pt x="1090667" y="880177"/>
                  <a:pt x="1114752" y="938322"/>
                  <a:pt x="1157622" y="981193"/>
                </a:cubicBezTo>
                <a:cubicBezTo>
                  <a:pt x="1200493" y="1024063"/>
                  <a:pt x="1258638" y="1048148"/>
                  <a:pt x="1319267" y="1048148"/>
                </a:cubicBezTo>
                <a:lnTo>
                  <a:pt x="2181335" y="1048148"/>
                </a:ln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none" w="sm" len="sm"/>
          </a:ln>
        </p:spPr>
      </p:sp>
      <p:sp>
        <p:nvSpPr>
          <p:cNvPr id="36" name="Freeform 36"/>
          <p:cNvSpPr/>
          <p:nvPr/>
        </p:nvSpPr>
        <p:spPr>
          <a:xfrm>
            <a:off x="14478000" y="6306290"/>
            <a:ext cx="2181335" cy="759811"/>
          </a:xfrm>
          <a:custGeom>
            <a:avLst/>
            <a:gdLst/>
            <a:ahLst/>
            <a:cxnLst/>
            <a:rect l="l" t="t" r="r" b="b"/>
            <a:pathLst>
              <a:path w="2181335" h="759811">
                <a:moveTo>
                  <a:pt x="0" y="759810"/>
                </a:moveTo>
                <a:lnTo>
                  <a:pt x="862067" y="759810"/>
                </a:lnTo>
                <a:cubicBezTo>
                  <a:pt x="988320" y="759810"/>
                  <a:pt x="1090667" y="657462"/>
                  <a:pt x="1090667" y="531210"/>
                </a:cubicBezTo>
                <a:lnTo>
                  <a:pt x="1090667" y="228600"/>
                </a:lnTo>
                <a:cubicBezTo>
                  <a:pt x="1090667" y="102348"/>
                  <a:pt x="1193014" y="0"/>
                  <a:pt x="1319267" y="0"/>
                </a:cubicBezTo>
                <a:lnTo>
                  <a:pt x="2181335" y="0"/>
                </a:ln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none" w="sm" len="sm"/>
          </a:ln>
        </p:spPr>
      </p:sp>
      <p:sp>
        <p:nvSpPr>
          <p:cNvPr id="37" name="Freeform 37"/>
          <p:cNvSpPr/>
          <p:nvPr/>
        </p:nvSpPr>
        <p:spPr>
          <a:xfrm>
            <a:off x="14478000" y="5039216"/>
            <a:ext cx="1124170" cy="144169"/>
          </a:xfrm>
          <a:custGeom>
            <a:avLst/>
            <a:gdLst/>
            <a:ahLst/>
            <a:cxnLst/>
            <a:rect l="l" t="t" r="r" b="b"/>
            <a:pathLst>
              <a:path w="1124170" h="144169">
                <a:moveTo>
                  <a:pt x="0" y="0"/>
                </a:moveTo>
                <a:lnTo>
                  <a:pt x="490001" y="0"/>
                </a:lnTo>
                <a:cubicBezTo>
                  <a:pt x="529811" y="0"/>
                  <a:pt x="562085" y="32273"/>
                  <a:pt x="562085" y="72085"/>
                </a:cubicBezTo>
                <a:lnTo>
                  <a:pt x="562085" y="72085"/>
                </a:lnTo>
                <a:cubicBezTo>
                  <a:pt x="562085" y="111896"/>
                  <a:pt x="594359" y="144169"/>
                  <a:pt x="634169" y="144169"/>
                </a:cubicBezTo>
                <a:lnTo>
                  <a:pt x="1124170" y="144169"/>
                </a:ln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none" w="sm" len="sm"/>
          </a:ln>
        </p:spPr>
      </p:sp>
      <p:sp>
        <p:nvSpPr>
          <p:cNvPr id="38" name="Freeform 38"/>
          <p:cNvSpPr/>
          <p:nvPr/>
        </p:nvSpPr>
        <p:spPr>
          <a:xfrm>
            <a:off x="9060993" y="2795638"/>
            <a:ext cx="3131007" cy="618194"/>
          </a:xfrm>
          <a:custGeom>
            <a:avLst/>
            <a:gdLst/>
            <a:ahLst/>
            <a:cxnLst/>
            <a:rect l="l" t="t" r="r" b="b"/>
            <a:pathLst>
              <a:path w="3131007" h="618194">
                <a:moveTo>
                  <a:pt x="0" y="618194"/>
                </a:moveTo>
                <a:quadBezTo>
                  <a:pt x="1465039" y="-366004"/>
                  <a:pt x="3131007" y="216694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grpSp>
        <p:nvGrpSpPr>
          <p:cNvPr id="39" name="Group 39"/>
          <p:cNvGrpSpPr/>
          <p:nvPr/>
        </p:nvGrpSpPr>
        <p:grpSpPr>
          <a:xfrm>
            <a:off x="8273650" y="7998673"/>
            <a:ext cx="2286000" cy="690664"/>
            <a:chOff x="0" y="0"/>
            <a:chExt cx="1434353" cy="43335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34353" cy="433358"/>
            </a:xfrm>
            <a:custGeom>
              <a:avLst/>
              <a:gdLst/>
              <a:ahLst/>
              <a:cxnLst/>
              <a:rect l="l" t="t" r="r" b="b"/>
              <a:pathLst>
                <a:path w="1434353" h="433358">
                  <a:moveTo>
                    <a:pt x="1231153" y="0"/>
                  </a:moveTo>
                  <a:cubicBezTo>
                    <a:pt x="1343377" y="0"/>
                    <a:pt x="1434353" y="97010"/>
                    <a:pt x="1434353" y="216679"/>
                  </a:cubicBezTo>
                  <a:cubicBezTo>
                    <a:pt x="1434353" y="336347"/>
                    <a:pt x="1343377" y="433358"/>
                    <a:pt x="1231153" y="433358"/>
                  </a:cubicBezTo>
                  <a:lnTo>
                    <a:pt x="203200" y="433358"/>
                  </a:lnTo>
                  <a:cubicBezTo>
                    <a:pt x="90976" y="433358"/>
                    <a:pt x="0" y="336347"/>
                    <a:pt x="0" y="216679"/>
                  </a:cubicBezTo>
                  <a:cubicBezTo>
                    <a:pt x="0" y="970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19050"/>
              <a:ext cx="1434353" cy="41430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Petals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7036116" y="5040387"/>
            <a:ext cx="1237534" cy="3303618"/>
          </a:xfrm>
          <a:custGeom>
            <a:avLst/>
            <a:gdLst/>
            <a:ahLst/>
            <a:cxnLst/>
            <a:rect l="l" t="t" r="r" b="b"/>
            <a:pathLst>
              <a:path w="1237534" h="3303618">
                <a:moveTo>
                  <a:pt x="262784" y="0"/>
                </a:moveTo>
                <a:quadBezTo>
                  <a:pt x="-570266" y="2102458"/>
                  <a:pt x="1237534" y="3303618"/>
                </a:quadBezTo>
              </a:path>
            </a:pathLst>
          </a:custGeom>
          <a:ln w="28575" cap="rnd">
            <a:solidFill>
              <a:srgbClr val="000001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1143000" y="781050"/>
            <a:ext cx="1600200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6000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Structure of a Flower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48830" y="5455884"/>
            <a:ext cx="3772340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Long tube that connects the stigma to the ovary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98900" y="8750333"/>
            <a:ext cx="4191000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Attract pollinators and shield the delicate parts inside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619500" y="3011315"/>
            <a:ext cx="2667000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Produces pollen, the male gametes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29000" y="5356162"/>
            <a:ext cx="3048000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Supportive stalk that holds up the anther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429000" y="7539918"/>
            <a:ext cx="3048000" cy="15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Protective structures, shielding the delicate reproductive organs within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001500" y="7553199"/>
            <a:ext cx="2667000" cy="15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</a:pPr>
            <a:r>
              <a:rPr lang="en-US" sz="2400" b="1" spc="-2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Contains the ovules, which, once fertilised, will develop into seeds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00075" y="5143500"/>
            <a:ext cx="2343150" cy="2072077"/>
            <a:chOff x="0" y="0"/>
            <a:chExt cx="3124200" cy="2762769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3124200" cy="2762769"/>
              <a:chOff x="0" y="0"/>
              <a:chExt cx="617126" cy="54573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617126" cy="545732"/>
              </a:xfrm>
              <a:custGeom>
                <a:avLst/>
                <a:gdLst/>
                <a:ahLst/>
                <a:cxnLst/>
                <a:rect l="l" t="t" r="r" b="b"/>
                <a:pathLst>
                  <a:path w="617126" h="545732">
                    <a:moveTo>
                      <a:pt x="125554" y="0"/>
                    </a:moveTo>
                    <a:lnTo>
                      <a:pt x="491571" y="0"/>
                    </a:lnTo>
                    <a:cubicBezTo>
                      <a:pt x="524871" y="0"/>
                      <a:pt x="556806" y="13228"/>
                      <a:pt x="580352" y="36774"/>
                    </a:cubicBezTo>
                    <a:cubicBezTo>
                      <a:pt x="603898" y="60320"/>
                      <a:pt x="617126" y="92255"/>
                      <a:pt x="617126" y="125554"/>
                    </a:cubicBezTo>
                    <a:lnTo>
                      <a:pt x="617126" y="420178"/>
                    </a:lnTo>
                    <a:cubicBezTo>
                      <a:pt x="617126" y="453477"/>
                      <a:pt x="603898" y="485412"/>
                      <a:pt x="580352" y="508958"/>
                    </a:cubicBezTo>
                    <a:cubicBezTo>
                      <a:pt x="556806" y="532504"/>
                      <a:pt x="524871" y="545732"/>
                      <a:pt x="491571" y="545732"/>
                    </a:cubicBezTo>
                    <a:lnTo>
                      <a:pt x="125554" y="545732"/>
                    </a:lnTo>
                    <a:cubicBezTo>
                      <a:pt x="92255" y="545732"/>
                      <a:pt x="60320" y="532504"/>
                      <a:pt x="36774" y="508958"/>
                    </a:cubicBezTo>
                    <a:cubicBezTo>
                      <a:pt x="13228" y="485412"/>
                      <a:pt x="0" y="453477"/>
                      <a:pt x="0" y="420178"/>
                    </a:cubicBezTo>
                    <a:lnTo>
                      <a:pt x="0" y="125554"/>
                    </a:lnTo>
                    <a:cubicBezTo>
                      <a:pt x="0" y="92255"/>
                      <a:pt x="13228" y="60320"/>
                      <a:pt x="36774" y="36774"/>
                    </a:cubicBezTo>
                    <a:cubicBezTo>
                      <a:pt x="60320" y="13228"/>
                      <a:pt x="92255" y="0"/>
                      <a:pt x="125554" y="0"/>
                    </a:cubicBezTo>
                    <a:close/>
                  </a:path>
                </a:pathLst>
              </a:custGeom>
              <a:solidFill>
                <a:srgbClr val="F9B293"/>
              </a:solidFill>
              <a:ln w="28575" cap="rnd">
                <a:solidFill>
                  <a:srgbClr val="000001"/>
                </a:solidFill>
                <a:prstDash val="solid"/>
                <a:round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19050"/>
                <a:ext cx="617126" cy="5647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5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189684" y="436505"/>
              <a:ext cx="2748008" cy="18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50"/>
                </a:lnSpc>
              </a:pPr>
              <a:r>
                <a:rPr lang="en-US" sz="1800" b="1" spc="-18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Tip: </a:t>
              </a:r>
              <a:r>
                <a:rPr lang="en-US" sz="1800" spc="-18">
                  <a:solidFill>
                    <a:srgbClr val="000001"/>
                  </a:solidFill>
                  <a:latin typeface="Nunito"/>
                  <a:ea typeface="Nunito"/>
                  <a:cs typeface="Nunito"/>
                  <a:sym typeface="Nunito"/>
                </a:rPr>
                <a:t>Remember that stamen has ‘men’ in it, so it can be associated with the flower's male part.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6360" y="-67614"/>
            <a:ext cx="18879811" cy="10841327"/>
            <a:chOff x="0" y="0"/>
            <a:chExt cx="1079500" cy="1079500"/>
          </a:xfrm>
        </p:grpSpPr>
        <p:sp>
          <p:nvSpPr>
            <p:cNvPr id="3" name="Freeform 3"/>
            <p:cNvSpPr/>
            <p:nvPr/>
          </p:nvSpPr>
          <p:spPr>
            <a:xfrm>
              <a:off x="1296511" y="759974"/>
              <a:ext cx="11250909" cy="6429634"/>
            </a:xfrm>
            <a:custGeom>
              <a:avLst/>
              <a:gdLst/>
              <a:ahLst/>
              <a:cxnLst/>
              <a:rect l="l" t="t" r="r" b="b"/>
              <a:pathLst>
                <a:path w="11250909" h="6429634">
                  <a:moveTo>
                    <a:pt x="123442" y="0"/>
                  </a:moveTo>
                  <a:cubicBezTo>
                    <a:pt x="52904" y="0"/>
                    <a:pt x="0" y="30233"/>
                    <a:pt x="0" y="70544"/>
                  </a:cubicBezTo>
                  <a:cubicBezTo>
                    <a:pt x="0" y="110855"/>
                    <a:pt x="52904" y="141089"/>
                    <a:pt x="123442" y="141089"/>
                  </a:cubicBezTo>
                  <a:cubicBezTo>
                    <a:pt x="193981" y="141089"/>
                    <a:pt x="246885" y="110855"/>
                    <a:pt x="246885" y="70544"/>
                  </a:cubicBezTo>
                  <a:cubicBezTo>
                    <a:pt x="246885" y="30233"/>
                    <a:pt x="193981" y="0"/>
                    <a:pt x="123442" y="0"/>
                  </a:cubicBezTo>
                  <a:close/>
                  <a:moveTo>
                    <a:pt x="2874448" y="0"/>
                  </a:moveTo>
                  <a:cubicBezTo>
                    <a:pt x="2803910" y="0"/>
                    <a:pt x="2751006" y="30233"/>
                    <a:pt x="2751006" y="70544"/>
                  </a:cubicBezTo>
                  <a:cubicBezTo>
                    <a:pt x="2751006" y="110855"/>
                    <a:pt x="2803910" y="141089"/>
                    <a:pt x="2874448" y="141089"/>
                  </a:cubicBezTo>
                  <a:cubicBezTo>
                    <a:pt x="2944987" y="141089"/>
                    <a:pt x="2997891" y="110855"/>
                    <a:pt x="2997891" y="70544"/>
                  </a:cubicBezTo>
                  <a:cubicBezTo>
                    <a:pt x="2997891" y="30233"/>
                    <a:pt x="2944987" y="0"/>
                    <a:pt x="2874448" y="0"/>
                  </a:cubicBezTo>
                  <a:close/>
                  <a:moveTo>
                    <a:pt x="5625455" y="0"/>
                  </a:moveTo>
                  <a:cubicBezTo>
                    <a:pt x="5554916" y="0"/>
                    <a:pt x="5502012" y="30233"/>
                    <a:pt x="5502012" y="70544"/>
                  </a:cubicBezTo>
                  <a:cubicBezTo>
                    <a:pt x="5502012" y="110855"/>
                    <a:pt x="5554916" y="141089"/>
                    <a:pt x="5625455" y="141089"/>
                  </a:cubicBezTo>
                  <a:cubicBezTo>
                    <a:pt x="5695994" y="141089"/>
                    <a:pt x="5748898" y="110855"/>
                    <a:pt x="5748898" y="70544"/>
                  </a:cubicBezTo>
                  <a:cubicBezTo>
                    <a:pt x="5748898" y="30233"/>
                    <a:pt x="5695994" y="0"/>
                    <a:pt x="5625455" y="0"/>
                  </a:cubicBezTo>
                  <a:close/>
                  <a:moveTo>
                    <a:pt x="8376461" y="0"/>
                  </a:moveTo>
                  <a:cubicBezTo>
                    <a:pt x="8305922" y="0"/>
                    <a:pt x="8253018" y="30233"/>
                    <a:pt x="8253018" y="70544"/>
                  </a:cubicBezTo>
                  <a:cubicBezTo>
                    <a:pt x="8253018" y="110855"/>
                    <a:pt x="8305922" y="141089"/>
                    <a:pt x="8376461" y="141089"/>
                  </a:cubicBezTo>
                  <a:cubicBezTo>
                    <a:pt x="8447000" y="141089"/>
                    <a:pt x="8499903" y="110855"/>
                    <a:pt x="8499903" y="70544"/>
                  </a:cubicBezTo>
                  <a:cubicBezTo>
                    <a:pt x="8499903" y="30233"/>
                    <a:pt x="8447000" y="0"/>
                    <a:pt x="8376461" y="0"/>
                  </a:cubicBezTo>
                  <a:close/>
                  <a:moveTo>
                    <a:pt x="11127467" y="0"/>
                  </a:moveTo>
                  <a:cubicBezTo>
                    <a:pt x="11056928" y="0"/>
                    <a:pt x="11004025" y="30233"/>
                    <a:pt x="11004025" y="70544"/>
                  </a:cubicBezTo>
                  <a:cubicBezTo>
                    <a:pt x="11004025" y="110855"/>
                    <a:pt x="11056928" y="141089"/>
                    <a:pt x="11127467" y="141089"/>
                  </a:cubicBezTo>
                  <a:cubicBezTo>
                    <a:pt x="11198005" y="141089"/>
                    <a:pt x="11250909" y="110855"/>
                    <a:pt x="11250909" y="70544"/>
                  </a:cubicBezTo>
                  <a:cubicBezTo>
                    <a:pt x="11250909" y="30233"/>
                    <a:pt x="11198005" y="0"/>
                    <a:pt x="11127467" y="0"/>
                  </a:cubicBezTo>
                  <a:close/>
                  <a:moveTo>
                    <a:pt x="123442" y="1572136"/>
                  </a:moveTo>
                  <a:cubicBezTo>
                    <a:pt x="52904" y="1572136"/>
                    <a:pt x="0" y="1602369"/>
                    <a:pt x="0" y="1642681"/>
                  </a:cubicBezTo>
                  <a:cubicBezTo>
                    <a:pt x="0" y="1682992"/>
                    <a:pt x="52904" y="1713225"/>
                    <a:pt x="123442" y="1713225"/>
                  </a:cubicBezTo>
                  <a:cubicBezTo>
                    <a:pt x="193981" y="1713225"/>
                    <a:pt x="246885" y="1682992"/>
                    <a:pt x="246885" y="1642681"/>
                  </a:cubicBezTo>
                  <a:cubicBezTo>
                    <a:pt x="246885" y="1602369"/>
                    <a:pt x="193981" y="1572136"/>
                    <a:pt x="123442" y="1572136"/>
                  </a:cubicBezTo>
                  <a:close/>
                  <a:moveTo>
                    <a:pt x="2874448" y="1572136"/>
                  </a:moveTo>
                  <a:cubicBezTo>
                    <a:pt x="2803910" y="1572136"/>
                    <a:pt x="2751006" y="1602369"/>
                    <a:pt x="2751006" y="1642681"/>
                  </a:cubicBezTo>
                  <a:cubicBezTo>
                    <a:pt x="2751006" y="1682992"/>
                    <a:pt x="2803910" y="1713225"/>
                    <a:pt x="2874448" y="1713225"/>
                  </a:cubicBezTo>
                  <a:cubicBezTo>
                    <a:pt x="2944987" y="1713225"/>
                    <a:pt x="2997891" y="1682992"/>
                    <a:pt x="2997891" y="1642681"/>
                  </a:cubicBezTo>
                  <a:cubicBezTo>
                    <a:pt x="2997891" y="1602369"/>
                    <a:pt x="2944987" y="1572136"/>
                    <a:pt x="2874448" y="1572136"/>
                  </a:cubicBezTo>
                  <a:close/>
                  <a:moveTo>
                    <a:pt x="5625455" y="1572136"/>
                  </a:moveTo>
                  <a:cubicBezTo>
                    <a:pt x="5554916" y="1572136"/>
                    <a:pt x="5502012" y="1602369"/>
                    <a:pt x="5502012" y="1642681"/>
                  </a:cubicBezTo>
                  <a:cubicBezTo>
                    <a:pt x="5502012" y="1682992"/>
                    <a:pt x="5554916" y="1713225"/>
                    <a:pt x="5625455" y="1713225"/>
                  </a:cubicBezTo>
                  <a:cubicBezTo>
                    <a:pt x="5695994" y="1713225"/>
                    <a:pt x="5748898" y="1682992"/>
                    <a:pt x="5748898" y="1642681"/>
                  </a:cubicBezTo>
                  <a:cubicBezTo>
                    <a:pt x="5748898" y="1602369"/>
                    <a:pt x="5695994" y="1572136"/>
                    <a:pt x="5625455" y="1572136"/>
                  </a:cubicBezTo>
                  <a:close/>
                  <a:moveTo>
                    <a:pt x="8376461" y="1572136"/>
                  </a:moveTo>
                  <a:cubicBezTo>
                    <a:pt x="8305922" y="1572136"/>
                    <a:pt x="8253018" y="1602369"/>
                    <a:pt x="8253018" y="1642681"/>
                  </a:cubicBezTo>
                  <a:cubicBezTo>
                    <a:pt x="8253018" y="1682992"/>
                    <a:pt x="8305922" y="1713225"/>
                    <a:pt x="8376461" y="1713225"/>
                  </a:cubicBezTo>
                  <a:cubicBezTo>
                    <a:pt x="8447000" y="1713225"/>
                    <a:pt x="8499903" y="1682992"/>
                    <a:pt x="8499903" y="1642681"/>
                  </a:cubicBezTo>
                  <a:cubicBezTo>
                    <a:pt x="8499903" y="1602369"/>
                    <a:pt x="8447000" y="1572136"/>
                    <a:pt x="8376461" y="1572136"/>
                  </a:cubicBezTo>
                  <a:close/>
                  <a:moveTo>
                    <a:pt x="11127467" y="1572136"/>
                  </a:moveTo>
                  <a:cubicBezTo>
                    <a:pt x="11056928" y="1572136"/>
                    <a:pt x="11004025" y="1602369"/>
                    <a:pt x="11004025" y="1642681"/>
                  </a:cubicBezTo>
                  <a:cubicBezTo>
                    <a:pt x="11004025" y="1682992"/>
                    <a:pt x="11056928" y="1713225"/>
                    <a:pt x="11127467" y="1713225"/>
                  </a:cubicBezTo>
                  <a:cubicBezTo>
                    <a:pt x="11198005" y="1713225"/>
                    <a:pt x="11250909" y="1682992"/>
                    <a:pt x="11250909" y="1642681"/>
                  </a:cubicBezTo>
                  <a:cubicBezTo>
                    <a:pt x="11250909" y="1602369"/>
                    <a:pt x="11198005" y="1572136"/>
                    <a:pt x="11127467" y="1572136"/>
                  </a:cubicBezTo>
                  <a:close/>
                  <a:moveTo>
                    <a:pt x="123442" y="3144272"/>
                  </a:moveTo>
                  <a:cubicBezTo>
                    <a:pt x="52904" y="3144272"/>
                    <a:pt x="0" y="3174505"/>
                    <a:pt x="0" y="3214817"/>
                  </a:cubicBezTo>
                  <a:cubicBezTo>
                    <a:pt x="0" y="3255127"/>
                    <a:pt x="52904" y="3285361"/>
                    <a:pt x="123442" y="3285361"/>
                  </a:cubicBezTo>
                  <a:cubicBezTo>
                    <a:pt x="193981" y="3285361"/>
                    <a:pt x="246885" y="3255127"/>
                    <a:pt x="246885" y="3214817"/>
                  </a:cubicBezTo>
                  <a:cubicBezTo>
                    <a:pt x="246885" y="3174505"/>
                    <a:pt x="193981" y="3144272"/>
                    <a:pt x="123442" y="3144272"/>
                  </a:cubicBezTo>
                  <a:close/>
                  <a:moveTo>
                    <a:pt x="2874448" y="3144272"/>
                  </a:moveTo>
                  <a:cubicBezTo>
                    <a:pt x="2803910" y="3144272"/>
                    <a:pt x="2751006" y="3174505"/>
                    <a:pt x="2751006" y="3214817"/>
                  </a:cubicBezTo>
                  <a:cubicBezTo>
                    <a:pt x="2751006" y="3255127"/>
                    <a:pt x="2803910" y="3285361"/>
                    <a:pt x="2874448" y="3285361"/>
                  </a:cubicBezTo>
                  <a:cubicBezTo>
                    <a:pt x="2944987" y="3285361"/>
                    <a:pt x="2997891" y="3255127"/>
                    <a:pt x="2997891" y="3214817"/>
                  </a:cubicBezTo>
                  <a:cubicBezTo>
                    <a:pt x="2997891" y="3174505"/>
                    <a:pt x="2944987" y="3144272"/>
                    <a:pt x="2874448" y="3144272"/>
                  </a:cubicBezTo>
                  <a:close/>
                  <a:moveTo>
                    <a:pt x="5625455" y="3144272"/>
                  </a:moveTo>
                  <a:cubicBezTo>
                    <a:pt x="5554916" y="3144272"/>
                    <a:pt x="5502012" y="3174505"/>
                    <a:pt x="5502012" y="3214817"/>
                  </a:cubicBezTo>
                  <a:cubicBezTo>
                    <a:pt x="5502012" y="3255127"/>
                    <a:pt x="5554916" y="3285361"/>
                    <a:pt x="5625455" y="3285361"/>
                  </a:cubicBezTo>
                  <a:cubicBezTo>
                    <a:pt x="5695994" y="3285361"/>
                    <a:pt x="5748898" y="3255127"/>
                    <a:pt x="5748898" y="3214817"/>
                  </a:cubicBezTo>
                  <a:cubicBezTo>
                    <a:pt x="5748898" y="3174505"/>
                    <a:pt x="5695994" y="3144272"/>
                    <a:pt x="5625455" y="3144272"/>
                  </a:cubicBezTo>
                  <a:close/>
                  <a:moveTo>
                    <a:pt x="8376461" y="3144272"/>
                  </a:moveTo>
                  <a:cubicBezTo>
                    <a:pt x="8305922" y="3144272"/>
                    <a:pt x="8253018" y="3174505"/>
                    <a:pt x="8253018" y="3214817"/>
                  </a:cubicBezTo>
                  <a:cubicBezTo>
                    <a:pt x="8253018" y="3255127"/>
                    <a:pt x="8305922" y="3285361"/>
                    <a:pt x="8376461" y="3285361"/>
                  </a:cubicBezTo>
                  <a:cubicBezTo>
                    <a:pt x="8447000" y="3285361"/>
                    <a:pt x="8499903" y="3255127"/>
                    <a:pt x="8499903" y="3214817"/>
                  </a:cubicBezTo>
                  <a:cubicBezTo>
                    <a:pt x="8499903" y="3174505"/>
                    <a:pt x="8447000" y="3144272"/>
                    <a:pt x="8376461" y="3144272"/>
                  </a:cubicBezTo>
                  <a:close/>
                  <a:moveTo>
                    <a:pt x="11127467" y="3144272"/>
                  </a:moveTo>
                  <a:cubicBezTo>
                    <a:pt x="11056928" y="3144272"/>
                    <a:pt x="11004025" y="3174505"/>
                    <a:pt x="11004025" y="3214817"/>
                  </a:cubicBezTo>
                  <a:cubicBezTo>
                    <a:pt x="11004025" y="3255127"/>
                    <a:pt x="11056928" y="3285361"/>
                    <a:pt x="11127467" y="3285361"/>
                  </a:cubicBezTo>
                  <a:cubicBezTo>
                    <a:pt x="11198005" y="3285361"/>
                    <a:pt x="11250909" y="3255127"/>
                    <a:pt x="11250909" y="3214817"/>
                  </a:cubicBezTo>
                  <a:cubicBezTo>
                    <a:pt x="11250909" y="3174505"/>
                    <a:pt x="11198005" y="3144272"/>
                    <a:pt x="11127467" y="3144272"/>
                  </a:cubicBezTo>
                  <a:close/>
                  <a:moveTo>
                    <a:pt x="123442" y="4716408"/>
                  </a:moveTo>
                  <a:cubicBezTo>
                    <a:pt x="52904" y="4716408"/>
                    <a:pt x="0" y="4746642"/>
                    <a:pt x="0" y="4786953"/>
                  </a:cubicBezTo>
                  <a:cubicBezTo>
                    <a:pt x="0" y="4827264"/>
                    <a:pt x="52904" y="4857498"/>
                    <a:pt x="123442" y="4857498"/>
                  </a:cubicBezTo>
                  <a:cubicBezTo>
                    <a:pt x="193981" y="4857498"/>
                    <a:pt x="246885" y="4827264"/>
                    <a:pt x="246885" y="4786953"/>
                  </a:cubicBezTo>
                  <a:cubicBezTo>
                    <a:pt x="246885" y="4746642"/>
                    <a:pt x="193981" y="4716408"/>
                    <a:pt x="123442" y="4716408"/>
                  </a:cubicBezTo>
                  <a:close/>
                  <a:moveTo>
                    <a:pt x="2874448" y="4716408"/>
                  </a:moveTo>
                  <a:cubicBezTo>
                    <a:pt x="2803910" y="4716408"/>
                    <a:pt x="2751006" y="4746642"/>
                    <a:pt x="2751006" y="4786953"/>
                  </a:cubicBezTo>
                  <a:cubicBezTo>
                    <a:pt x="2751006" y="4827264"/>
                    <a:pt x="2803910" y="4857498"/>
                    <a:pt x="2874448" y="4857498"/>
                  </a:cubicBezTo>
                  <a:cubicBezTo>
                    <a:pt x="2944987" y="4857498"/>
                    <a:pt x="2997891" y="4827264"/>
                    <a:pt x="2997891" y="4786953"/>
                  </a:cubicBezTo>
                  <a:cubicBezTo>
                    <a:pt x="2997891" y="4746642"/>
                    <a:pt x="2944987" y="4716408"/>
                    <a:pt x="2874448" y="4716408"/>
                  </a:cubicBezTo>
                  <a:close/>
                  <a:moveTo>
                    <a:pt x="5625455" y="4716408"/>
                  </a:moveTo>
                  <a:cubicBezTo>
                    <a:pt x="5554916" y="4716408"/>
                    <a:pt x="5502012" y="4746642"/>
                    <a:pt x="5502012" y="4786953"/>
                  </a:cubicBezTo>
                  <a:cubicBezTo>
                    <a:pt x="5502012" y="4827264"/>
                    <a:pt x="5554916" y="4857498"/>
                    <a:pt x="5625455" y="4857498"/>
                  </a:cubicBezTo>
                  <a:cubicBezTo>
                    <a:pt x="5695994" y="4857498"/>
                    <a:pt x="5748898" y="4827264"/>
                    <a:pt x="5748898" y="4786953"/>
                  </a:cubicBezTo>
                  <a:cubicBezTo>
                    <a:pt x="5748898" y="4746642"/>
                    <a:pt x="5695994" y="4716408"/>
                    <a:pt x="5625455" y="4716408"/>
                  </a:cubicBezTo>
                  <a:close/>
                  <a:moveTo>
                    <a:pt x="8376461" y="4716408"/>
                  </a:moveTo>
                  <a:cubicBezTo>
                    <a:pt x="8305922" y="4716408"/>
                    <a:pt x="8253018" y="4746642"/>
                    <a:pt x="8253018" y="4786953"/>
                  </a:cubicBezTo>
                  <a:cubicBezTo>
                    <a:pt x="8253018" y="4827264"/>
                    <a:pt x="8305922" y="4857498"/>
                    <a:pt x="8376461" y="4857498"/>
                  </a:cubicBezTo>
                  <a:cubicBezTo>
                    <a:pt x="8447000" y="4857498"/>
                    <a:pt x="8499903" y="4827264"/>
                    <a:pt x="8499903" y="4786953"/>
                  </a:cubicBezTo>
                  <a:cubicBezTo>
                    <a:pt x="8499903" y="4746642"/>
                    <a:pt x="8447000" y="4716408"/>
                    <a:pt x="8376461" y="4716408"/>
                  </a:cubicBezTo>
                  <a:close/>
                  <a:moveTo>
                    <a:pt x="11127467" y="4716408"/>
                  </a:moveTo>
                  <a:cubicBezTo>
                    <a:pt x="11056928" y="4716408"/>
                    <a:pt x="11004025" y="4746642"/>
                    <a:pt x="11004025" y="4786953"/>
                  </a:cubicBezTo>
                  <a:cubicBezTo>
                    <a:pt x="11004025" y="4827264"/>
                    <a:pt x="11056928" y="4857498"/>
                    <a:pt x="11127467" y="4857498"/>
                  </a:cubicBezTo>
                  <a:cubicBezTo>
                    <a:pt x="11198005" y="4857498"/>
                    <a:pt x="11250909" y="4827264"/>
                    <a:pt x="11250909" y="4786953"/>
                  </a:cubicBezTo>
                  <a:cubicBezTo>
                    <a:pt x="11250909" y="4746642"/>
                    <a:pt x="11198005" y="4716408"/>
                    <a:pt x="11127467" y="4716408"/>
                  </a:cubicBezTo>
                  <a:close/>
                  <a:moveTo>
                    <a:pt x="123442" y="6288545"/>
                  </a:moveTo>
                  <a:cubicBezTo>
                    <a:pt x="52904" y="6288545"/>
                    <a:pt x="0" y="6318778"/>
                    <a:pt x="0" y="6359089"/>
                  </a:cubicBezTo>
                  <a:cubicBezTo>
                    <a:pt x="0" y="6399400"/>
                    <a:pt x="52904" y="6429634"/>
                    <a:pt x="123442" y="6429634"/>
                  </a:cubicBezTo>
                  <a:cubicBezTo>
                    <a:pt x="193981" y="6429634"/>
                    <a:pt x="246885" y="6399400"/>
                    <a:pt x="246885" y="6359089"/>
                  </a:cubicBezTo>
                  <a:cubicBezTo>
                    <a:pt x="246885" y="6318778"/>
                    <a:pt x="193981" y="6288545"/>
                    <a:pt x="123442" y="6288545"/>
                  </a:cubicBezTo>
                  <a:close/>
                  <a:moveTo>
                    <a:pt x="2874448" y="6288545"/>
                  </a:moveTo>
                  <a:cubicBezTo>
                    <a:pt x="2803910" y="6288545"/>
                    <a:pt x="2751006" y="6318778"/>
                    <a:pt x="2751006" y="6359089"/>
                  </a:cubicBezTo>
                  <a:cubicBezTo>
                    <a:pt x="2751006" y="6399400"/>
                    <a:pt x="2803910" y="6429634"/>
                    <a:pt x="2874448" y="6429634"/>
                  </a:cubicBezTo>
                  <a:cubicBezTo>
                    <a:pt x="2944987" y="6429634"/>
                    <a:pt x="2997891" y="6399400"/>
                    <a:pt x="2997891" y="6359089"/>
                  </a:cubicBezTo>
                  <a:cubicBezTo>
                    <a:pt x="2997891" y="6318778"/>
                    <a:pt x="2944987" y="6288545"/>
                    <a:pt x="2874448" y="6288545"/>
                  </a:cubicBezTo>
                  <a:close/>
                  <a:moveTo>
                    <a:pt x="5625455" y="6288545"/>
                  </a:moveTo>
                  <a:cubicBezTo>
                    <a:pt x="5554916" y="6288545"/>
                    <a:pt x="5502012" y="6318778"/>
                    <a:pt x="5502012" y="6359089"/>
                  </a:cubicBezTo>
                  <a:cubicBezTo>
                    <a:pt x="5502012" y="6399400"/>
                    <a:pt x="5554916" y="6429634"/>
                    <a:pt x="5625455" y="6429634"/>
                  </a:cubicBezTo>
                  <a:cubicBezTo>
                    <a:pt x="5695994" y="6429634"/>
                    <a:pt x="5748898" y="6399400"/>
                    <a:pt x="5748898" y="6359089"/>
                  </a:cubicBezTo>
                  <a:cubicBezTo>
                    <a:pt x="5748898" y="6318778"/>
                    <a:pt x="5695994" y="6288545"/>
                    <a:pt x="5625455" y="6288545"/>
                  </a:cubicBezTo>
                  <a:close/>
                  <a:moveTo>
                    <a:pt x="8376461" y="6288545"/>
                  </a:moveTo>
                  <a:cubicBezTo>
                    <a:pt x="8305922" y="6288545"/>
                    <a:pt x="8253018" y="6318778"/>
                    <a:pt x="8253018" y="6359089"/>
                  </a:cubicBezTo>
                  <a:cubicBezTo>
                    <a:pt x="8253018" y="6399400"/>
                    <a:pt x="8305922" y="6429634"/>
                    <a:pt x="8376461" y="6429634"/>
                  </a:cubicBezTo>
                  <a:cubicBezTo>
                    <a:pt x="8447000" y="6429634"/>
                    <a:pt x="8499903" y="6399400"/>
                    <a:pt x="8499903" y="6359089"/>
                  </a:cubicBezTo>
                  <a:cubicBezTo>
                    <a:pt x="8499903" y="6318778"/>
                    <a:pt x="8447000" y="6288545"/>
                    <a:pt x="8376461" y="6288545"/>
                  </a:cubicBezTo>
                  <a:close/>
                  <a:moveTo>
                    <a:pt x="11127467" y="6288545"/>
                  </a:moveTo>
                  <a:cubicBezTo>
                    <a:pt x="11056928" y="6288545"/>
                    <a:pt x="11004025" y="6318778"/>
                    <a:pt x="11004025" y="6359089"/>
                  </a:cubicBezTo>
                  <a:cubicBezTo>
                    <a:pt x="11004025" y="6399400"/>
                    <a:pt x="11056928" y="6429634"/>
                    <a:pt x="11127467" y="6429634"/>
                  </a:cubicBezTo>
                  <a:cubicBezTo>
                    <a:pt x="11198005" y="6429634"/>
                    <a:pt x="11250909" y="6399400"/>
                    <a:pt x="11250909" y="6359089"/>
                  </a:cubicBezTo>
                  <a:cubicBezTo>
                    <a:pt x="11250909" y="6318778"/>
                    <a:pt x="11198005" y="6288545"/>
                    <a:pt x="11127467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8880" y="2311871"/>
            <a:ext cx="17050239" cy="7356249"/>
            <a:chOff x="0" y="0"/>
            <a:chExt cx="4490598" cy="19374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90598" cy="1937448"/>
            </a:xfrm>
            <a:custGeom>
              <a:avLst/>
              <a:gdLst/>
              <a:ahLst/>
              <a:cxnLst/>
              <a:rect l="l" t="t" r="r" b="b"/>
              <a:pathLst>
                <a:path w="4490598" h="1937448">
                  <a:moveTo>
                    <a:pt x="18163" y="0"/>
                  </a:moveTo>
                  <a:lnTo>
                    <a:pt x="4472436" y="0"/>
                  </a:lnTo>
                  <a:cubicBezTo>
                    <a:pt x="4477252" y="0"/>
                    <a:pt x="4481872" y="1914"/>
                    <a:pt x="4485278" y="5320"/>
                  </a:cubicBezTo>
                  <a:cubicBezTo>
                    <a:pt x="4488685" y="8726"/>
                    <a:pt x="4490598" y="13346"/>
                    <a:pt x="4490598" y="18163"/>
                  </a:cubicBezTo>
                  <a:lnTo>
                    <a:pt x="4490598" y="1919286"/>
                  </a:lnTo>
                  <a:cubicBezTo>
                    <a:pt x="4490598" y="1924103"/>
                    <a:pt x="4488685" y="1928722"/>
                    <a:pt x="4485278" y="1932129"/>
                  </a:cubicBezTo>
                  <a:cubicBezTo>
                    <a:pt x="4481872" y="1935535"/>
                    <a:pt x="4477252" y="1937448"/>
                    <a:pt x="4472436" y="1937448"/>
                  </a:cubicBezTo>
                  <a:lnTo>
                    <a:pt x="18163" y="1937448"/>
                  </a:lnTo>
                  <a:cubicBezTo>
                    <a:pt x="13346" y="1937448"/>
                    <a:pt x="8726" y="1935535"/>
                    <a:pt x="5320" y="1932129"/>
                  </a:cubicBezTo>
                  <a:cubicBezTo>
                    <a:pt x="1914" y="1928722"/>
                    <a:pt x="0" y="1924103"/>
                    <a:pt x="0" y="1919286"/>
                  </a:cubicBezTo>
                  <a:lnTo>
                    <a:pt x="0" y="18163"/>
                  </a:lnTo>
                  <a:cubicBezTo>
                    <a:pt x="0" y="13346"/>
                    <a:pt x="1914" y="8726"/>
                    <a:pt x="5320" y="5320"/>
                  </a:cubicBezTo>
                  <a:cubicBezTo>
                    <a:pt x="8726" y="1914"/>
                    <a:pt x="13346" y="0"/>
                    <a:pt x="18163" y="0"/>
                  </a:cubicBezTo>
                  <a:close/>
                </a:path>
              </a:pathLst>
            </a:custGeom>
            <a:solidFill>
              <a:srgbClr val="EAEECD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490598" cy="194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56643" y="2708693"/>
            <a:ext cx="6859807" cy="6562605"/>
            <a:chOff x="0" y="0"/>
            <a:chExt cx="1806698" cy="17284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6698" cy="1728423"/>
            </a:xfrm>
            <a:custGeom>
              <a:avLst/>
              <a:gdLst/>
              <a:ahLst/>
              <a:cxnLst/>
              <a:rect l="l" t="t" r="r" b="b"/>
              <a:pathLst>
                <a:path w="1806698" h="1728423">
                  <a:moveTo>
                    <a:pt x="33858" y="0"/>
                  </a:moveTo>
                  <a:lnTo>
                    <a:pt x="1772840" y="0"/>
                  </a:lnTo>
                  <a:cubicBezTo>
                    <a:pt x="1781820" y="0"/>
                    <a:pt x="1790432" y="3567"/>
                    <a:pt x="1796781" y="9917"/>
                  </a:cubicBezTo>
                  <a:cubicBezTo>
                    <a:pt x="1803131" y="16266"/>
                    <a:pt x="1806698" y="24878"/>
                    <a:pt x="1806698" y="33858"/>
                  </a:cubicBezTo>
                  <a:lnTo>
                    <a:pt x="1806698" y="1694565"/>
                  </a:lnTo>
                  <a:cubicBezTo>
                    <a:pt x="1806698" y="1703544"/>
                    <a:pt x="1803131" y="1712156"/>
                    <a:pt x="1796781" y="1718506"/>
                  </a:cubicBezTo>
                  <a:cubicBezTo>
                    <a:pt x="1790432" y="1724855"/>
                    <a:pt x="1781820" y="1728423"/>
                    <a:pt x="1772840" y="1728423"/>
                  </a:cubicBezTo>
                  <a:lnTo>
                    <a:pt x="33858" y="1728423"/>
                  </a:lnTo>
                  <a:cubicBezTo>
                    <a:pt x="24878" y="1728423"/>
                    <a:pt x="16266" y="1724855"/>
                    <a:pt x="9917" y="1718506"/>
                  </a:cubicBezTo>
                  <a:cubicBezTo>
                    <a:pt x="3567" y="1712156"/>
                    <a:pt x="0" y="1703544"/>
                    <a:pt x="0" y="1694565"/>
                  </a:cubicBezTo>
                  <a:lnTo>
                    <a:pt x="0" y="33858"/>
                  </a:lnTo>
                  <a:cubicBezTo>
                    <a:pt x="0" y="24878"/>
                    <a:pt x="3567" y="16266"/>
                    <a:pt x="9917" y="9917"/>
                  </a:cubicBezTo>
                  <a:cubicBezTo>
                    <a:pt x="16266" y="3567"/>
                    <a:pt x="24878" y="0"/>
                    <a:pt x="33858" y="0"/>
                  </a:cubicBezTo>
                  <a:close/>
                </a:path>
              </a:pathLst>
            </a:custGeom>
            <a:solidFill>
              <a:srgbClr val="F9F9F9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06698" cy="173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941" y="2776802"/>
            <a:ext cx="4519779" cy="6774061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506176" y="800100"/>
            <a:ext cx="7275648" cy="104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Let’s Review!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5051" y="2922216"/>
            <a:ext cx="8115300" cy="61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Earlier, you explored the parts of a hibiscus flower.</a:t>
            </a:r>
          </a:p>
          <a:p>
            <a:pPr algn="l">
              <a:lnSpc>
                <a:spcPts val="3499"/>
              </a:lnSpc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Now, let’s try to spot those same parts in a 3D model of a tulip.</a:t>
            </a:r>
          </a:p>
          <a:p>
            <a:pPr algn="l">
              <a:lnSpc>
                <a:spcPts val="3499"/>
              </a:lnSpc>
            </a:pPr>
            <a:endParaRPr lang="en-US" sz="2799" b="1" spc="-27">
              <a:solidFill>
                <a:srgbClr val="00000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algn="l">
              <a:lnSpc>
                <a:spcPts val="3499"/>
              </a:lnSpc>
            </a:pPr>
            <a:r>
              <a:rPr lang="en-US" sz="2799" spc="-27">
                <a:solidFill>
                  <a:srgbClr val="000001"/>
                </a:solidFill>
                <a:latin typeface="Nunito"/>
                <a:ea typeface="Nunito"/>
                <a:cs typeface="Nunito"/>
                <a:sym typeface="Nunito"/>
              </a:rPr>
              <a:t>Explore and zoom in on the model. </a:t>
            </a:r>
          </a:p>
          <a:p>
            <a:pPr algn="l">
              <a:lnSpc>
                <a:spcPts val="3499"/>
              </a:lnSpc>
            </a:pPr>
            <a:r>
              <a:rPr lang="en-US" sz="2799" spc="-27">
                <a:solidFill>
                  <a:srgbClr val="000001"/>
                </a:solidFill>
                <a:latin typeface="Nunito"/>
                <a:ea typeface="Nunito"/>
                <a:cs typeface="Nunito"/>
                <a:sym typeface="Nunito"/>
              </a:rPr>
              <a:t>How many of the following parts can you find?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spc="-27">
                <a:solidFill>
                  <a:srgbClr val="000001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etals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Stamen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Filament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Anther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Pistil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Ovary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Style</a:t>
            </a:r>
          </a:p>
          <a:p>
            <a:pPr marL="604519" lvl="1" indent="-302260" algn="l">
              <a:lnSpc>
                <a:spcPts val="3499"/>
              </a:lnSpc>
              <a:buFont typeface="Arial"/>
              <a:buChar char="•"/>
            </a:pPr>
            <a:r>
              <a: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Stigma</a:t>
            </a:r>
          </a:p>
        </p:txBody>
      </p:sp>
    </p:spTree>
  </p:cSld>
  <p:clrMapOvr>
    <a:masterClrMapping/>
  </p:clrMapOvr>
  <p:transition spd="med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0500"/>
            <a:ext cx="9334500" cy="10668000"/>
            <a:chOff x="0" y="0"/>
            <a:chExt cx="2458469" cy="2809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8469" cy="2809679"/>
            </a:xfrm>
            <a:custGeom>
              <a:avLst/>
              <a:gdLst/>
              <a:ahLst/>
              <a:cxnLst/>
              <a:rect l="l" t="t" r="r" b="b"/>
              <a:pathLst>
                <a:path w="2458469" h="2809679">
                  <a:moveTo>
                    <a:pt x="0" y="0"/>
                  </a:moveTo>
                  <a:lnTo>
                    <a:pt x="2458469" y="0"/>
                  </a:lnTo>
                  <a:lnTo>
                    <a:pt x="2458469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458469" cy="2819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-67614"/>
            <a:ext cx="9479451" cy="10841327"/>
            <a:chOff x="0" y="0"/>
            <a:chExt cx="1079500" cy="1079500"/>
          </a:xfrm>
        </p:grpSpPr>
        <p:sp>
          <p:nvSpPr>
            <p:cNvPr id="6" name="Freeform 6"/>
            <p:cNvSpPr/>
            <p:nvPr/>
          </p:nvSpPr>
          <p:spPr>
            <a:xfrm>
              <a:off x="669074" y="759974"/>
              <a:ext cx="5612815" cy="6429634"/>
            </a:xfrm>
            <a:custGeom>
              <a:avLst/>
              <a:gdLst/>
              <a:ahLst/>
              <a:cxnLst/>
              <a:rect l="l" t="t" r="r" b="b"/>
              <a:pathLst>
                <a:path w="5612815" h="6429634">
                  <a:moveTo>
                    <a:pt x="61582" y="0"/>
                  </a:moveTo>
                  <a:cubicBezTo>
                    <a:pt x="26392" y="0"/>
                    <a:pt x="0" y="30233"/>
                    <a:pt x="0" y="70544"/>
                  </a:cubicBezTo>
                  <a:cubicBezTo>
                    <a:pt x="0" y="110855"/>
                    <a:pt x="26392" y="141089"/>
                    <a:pt x="61582" y="141089"/>
                  </a:cubicBezTo>
                  <a:cubicBezTo>
                    <a:pt x="96772" y="141089"/>
                    <a:pt x="123165" y="110855"/>
                    <a:pt x="123165" y="70544"/>
                  </a:cubicBezTo>
                  <a:cubicBezTo>
                    <a:pt x="123165" y="30233"/>
                    <a:pt x="96772" y="0"/>
                    <a:pt x="61582" y="0"/>
                  </a:cubicBezTo>
                  <a:close/>
                  <a:moveTo>
                    <a:pt x="1433995" y="0"/>
                  </a:moveTo>
                  <a:cubicBezTo>
                    <a:pt x="1398805" y="0"/>
                    <a:pt x="1372412" y="30233"/>
                    <a:pt x="1372412" y="70544"/>
                  </a:cubicBezTo>
                  <a:cubicBezTo>
                    <a:pt x="1372412" y="110855"/>
                    <a:pt x="1398805" y="141089"/>
                    <a:pt x="1433995" y="141089"/>
                  </a:cubicBezTo>
                  <a:cubicBezTo>
                    <a:pt x="1469185" y="141089"/>
                    <a:pt x="1495578" y="110855"/>
                    <a:pt x="1495578" y="70544"/>
                  </a:cubicBezTo>
                  <a:cubicBezTo>
                    <a:pt x="1495578" y="30233"/>
                    <a:pt x="1469185" y="0"/>
                    <a:pt x="1433995" y="0"/>
                  </a:cubicBezTo>
                  <a:close/>
                  <a:moveTo>
                    <a:pt x="2806408" y="0"/>
                  </a:moveTo>
                  <a:cubicBezTo>
                    <a:pt x="2771217" y="0"/>
                    <a:pt x="2744825" y="30233"/>
                    <a:pt x="2744825" y="70544"/>
                  </a:cubicBezTo>
                  <a:cubicBezTo>
                    <a:pt x="2744825" y="110855"/>
                    <a:pt x="2771217" y="141089"/>
                    <a:pt x="2806408" y="141089"/>
                  </a:cubicBezTo>
                  <a:cubicBezTo>
                    <a:pt x="2841598" y="141089"/>
                    <a:pt x="2867990" y="110855"/>
                    <a:pt x="2867990" y="70544"/>
                  </a:cubicBezTo>
                  <a:cubicBezTo>
                    <a:pt x="2867990" y="30233"/>
                    <a:pt x="2841598" y="0"/>
                    <a:pt x="2806408" y="0"/>
                  </a:cubicBezTo>
                  <a:close/>
                  <a:moveTo>
                    <a:pt x="4178820" y="0"/>
                  </a:moveTo>
                  <a:cubicBezTo>
                    <a:pt x="4143630" y="0"/>
                    <a:pt x="4117237" y="30233"/>
                    <a:pt x="4117237" y="70544"/>
                  </a:cubicBezTo>
                  <a:cubicBezTo>
                    <a:pt x="4117237" y="110855"/>
                    <a:pt x="4143630" y="141089"/>
                    <a:pt x="4178820" y="141089"/>
                  </a:cubicBezTo>
                  <a:cubicBezTo>
                    <a:pt x="4214010" y="141089"/>
                    <a:pt x="4240403" y="110855"/>
                    <a:pt x="4240403" y="70544"/>
                  </a:cubicBezTo>
                  <a:cubicBezTo>
                    <a:pt x="4240403" y="30233"/>
                    <a:pt x="4214010" y="0"/>
                    <a:pt x="4178820" y="0"/>
                  </a:cubicBezTo>
                  <a:close/>
                  <a:moveTo>
                    <a:pt x="5551232" y="0"/>
                  </a:moveTo>
                  <a:cubicBezTo>
                    <a:pt x="5516042" y="0"/>
                    <a:pt x="5489650" y="30233"/>
                    <a:pt x="5489650" y="70544"/>
                  </a:cubicBezTo>
                  <a:cubicBezTo>
                    <a:pt x="5489650" y="110855"/>
                    <a:pt x="5516042" y="141089"/>
                    <a:pt x="5551232" y="141089"/>
                  </a:cubicBezTo>
                  <a:cubicBezTo>
                    <a:pt x="5586422" y="141089"/>
                    <a:pt x="5612815" y="110855"/>
                    <a:pt x="5612815" y="70544"/>
                  </a:cubicBezTo>
                  <a:cubicBezTo>
                    <a:pt x="5612815" y="30233"/>
                    <a:pt x="5586422" y="0"/>
                    <a:pt x="5551232" y="0"/>
                  </a:cubicBezTo>
                  <a:close/>
                  <a:moveTo>
                    <a:pt x="61582" y="1572136"/>
                  </a:moveTo>
                  <a:cubicBezTo>
                    <a:pt x="26392" y="1572136"/>
                    <a:pt x="0" y="1602369"/>
                    <a:pt x="0" y="1642681"/>
                  </a:cubicBezTo>
                  <a:cubicBezTo>
                    <a:pt x="0" y="1682992"/>
                    <a:pt x="26392" y="1713225"/>
                    <a:pt x="61582" y="1713225"/>
                  </a:cubicBezTo>
                  <a:cubicBezTo>
                    <a:pt x="96772" y="1713225"/>
                    <a:pt x="123165" y="1682992"/>
                    <a:pt x="123165" y="1642681"/>
                  </a:cubicBezTo>
                  <a:cubicBezTo>
                    <a:pt x="123165" y="1602369"/>
                    <a:pt x="96772" y="1572136"/>
                    <a:pt x="61582" y="1572136"/>
                  </a:cubicBezTo>
                  <a:close/>
                  <a:moveTo>
                    <a:pt x="1433995" y="1572136"/>
                  </a:moveTo>
                  <a:cubicBezTo>
                    <a:pt x="1398805" y="1572136"/>
                    <a:pt x="1372412" y="1602369"/>
                    <a:pt x="1372412" y="1642681"/>
                  </a:cubicBezTo>
                  <a:cubicBezTo>
                    <a:pt x="1372412" y="1682992"/>
                    <a:pt x="1398805" y="1713225"/>
                    <a:pt x="1433995" y="1713225"/>
                  </a:cubicBezTo>
                  <a:cubicBezTo>
                    <a:pt x="1469185" y="1713225"/>
                    <a:pt x="1495578" y="1682992"/>
                    <a:pt x="1495578" y="1642681"/>
                  </a:cubicBezTo>
                  <a:cubicBezTo>
                    <a:pt x="1495578" y="1602369"/>
                    <a:pt x="1469185" y="1572136"/>
                    <a:pt x="1433995" y="1572136"/>
                  </a:cubicBezTo>
                  <a:close/>
                  <a:moveTo>
                    <a:pt x="2806408" y="1572136"/>
                  </a:moveTo>
                  <a:cubicBezTo>
                    <a:pt x="2771217" y="1572136"/>
                    <a:pt x="2744825" y="1602369"/>
                    <a:pt x="2744825" y="1642681"/>
                  </a:cubicBezTo>
                  <a:cubicBezTo>
                    <a:pt x="2744825" y="1682992"/>
                    <a:pt x="2771217" y="1713225"/>
                    <a:pt x="2806408" y="1713225"/>
                  </a:cubicBezTo>
                  <a:cubicBezTo>
                    <a:pt x="2841598" y="1713225"/>
                    <a:pt x="2867990" y="1682992"/>
                    <a:pt x="2867990" y="1642681"/>
                  </a:cubicBezTo>
                  <a:cubicBezTo>
                    <a:pt x="2867990" y="1602369"/>
                    <a:pt x="2841598" y="1572136"/>
                    <a:pt x="2806408" y="1572136"/>
                  </a:cubicBezTo>
                  <a:close/>
                  <a:moveTo>
                    <a:pt x="4178820" y="1572136"/>
                  </a:moveTo>
                  <a:cubicBezTo>
                    <a:pt x="4143630" y="1572136"/>
                    <a:pt x="4117237" y="1602369"/>
                    <a:pt x="4117237" y="1642681"/>
                  </a:cubicBezTo>
                  <a:cubicBezTo>
                    <a:pt x="4117237" y="1682992"/>
                    <a:pt x="4143630" y="1713225"/>
                    <a:pt x="4178820" y="1713225"/>
                  </a:cubicBezTo>
                  <a:cubicBezTo>
                    <a:pt x="4214010" y="1713225"/>
                    <a:pt x="4240403" y="1682992"/>
                    <a:pt x="4240403" y="1642681"/>
                  </a:cubicBezTo>
                  <a:cubicBezTo>
                    <a:pt x="4240403" y="1602369"/>
                    <a:pt x="4214010" y="1572136"/>
                    <a:pt x="4178820" y="1572136"/>
                  </a:cubicBezTo>
                  <a:close/>
                  <a:moveTo>
                    <a:pt x="5551232" y="1572136"/>
                  </a:moveTo>
                  <a:cubicBezTo>
                    <a:pt x="5516042" y="1572136"/>
                    <a:pt x="5489650" y="1602369"/>
                    <a:pt x="5489650" y="1642681"/>
                  </a:cubicBezTo>
                  <a:cubicBezTo>
                    <a:pt x="5489650" y="1682992"/>
                    <a:pt x="5516042" y="1713225"/>
                    <a:pt x="5551232" y="1713225"/>
                  </a:cubicBezTo>
                  <a:cubicBezTo>
                    <a:pt x="5586422" y="1713225"/>
                    <a:pt x="5612815" y="1682992"/>
                    <a:pt x="5612815" y="1642681"/>
                  </a:cubicBezTo>
                  <a:cubicBezTo>
                    <a:pt x="5612815" y="1602369"/>
                    <a:pt x="5586422" y="1572136"/>
                    <a:pt x="5551232" y="1572136"/>
                  </a:cubicBezTo>
                  <a:close/>
                  <a:moveTo>
                    <a:pt x="61582" y="3144272"/>
                  </a:moveTo>
                  <a:cubicBezTo>
                    <a:pt x="26392" y="3144272"/>
                    <a:pt x="0" y="3174505"/>
                    <a:pt x="0" y="3214817"/>
                  </a:cubicBezTo>
                  <a:cubicBezTo>
                    <a:pt x="0" y="3255127"/>
                    <a:pt x="26392" y="3285361"/>
                    <a:pt x="61582" y="3285361"/>
                  </a:cubicBezTo>
                  <a:cubicBezTo>
                    <a:pt x="96772" y="3285361"/>
                    <a:pt x="123165" y="3255127"/>
                    <a:pt x="123165" y="3214817"/>
                  </a:cubicBezTo>
                  <a:cubicBezTo>
                    <a:pt x="123165" y="3174505"/>
                    <a:pt x="96772" y="3144272"/>
                    <a:pt x="61582" y="3144272"/>
                  </a:cubicBezTo>
                  <a:close/>
                  <a:moveTo>
                    <a:pt x="1433995" y="3144272"/>
                  </a:moveTo>
                  <a:cubicBezTo>
                    <a:pt x="1398805" y="3144272"/>
                    <a:pt x="1372412" y="3174505"/>
                    <a:pt x="1372412" y="3214817"/>
                  </a:cubicBezTo>
                  <a:cubicBezTo>
                    <a:pt x="1372412" y="3255127"/>
                    <a:pt x="1398805" y="3285361"/>
                    <a:pt x="1433995" y="3285361"/>
                  </a:cubicBezTo>
                  <a:cubicBezTo>
                    <a:pt x="1469185" y="3285361"/>
                    <a:pt x="1495578" y="3255127"/>
                    <a:pt x="1495578" y="3214817"/>
                  </a:cubicBezTo>
                  <a:cubicBezTo>
                    <a:pt x="1495578" y="3174505"/>
                    <a:pt x="1469185" y="3144272"/>
                    <a:pt x="1433995" y="3144272"/>
                  </a:cubicBezTo>
                  <a:close/>
                  <a:moveTo>
                    <a:pt x="2806408" y="3144272"/>
                  </a:moveTo>
                  <a:cubicBezTo>
                    <a:pt x="2771217" y="3144272"/>
                    <a:pt x="2744825" y="3174505"/>
                    <a:pt x="2744825" y="3214817"/>
                  </a:cubicBezTo>
                  <a:cubicBezTo>
                    <a:pt x="2744825" y="3255127"/>
                    <a:pt x="2771217" y="3285361"/>
                    <a:pt x="2806408" y="3285361"/>
                  </a:cubicBezTo>
                  <a:cubicBezTo>
                    <a:pt x="2841598" y="3285361"/>
                    <a:pt x="2867990" y="3255127"/>
                    <a:pt x="2867990" y="3214817"/>
                  </a:cubicBezTo>
                  <a:cubicBezTo>
                    <a:pt x="2867990" y="3174505"/>
                    <a:pt x="2841598" y="3144272"/>
                    <a:pt x="2806408" y="3144272"/>
                  </a:cubicBezTo>
                  <a:close/>
                  <a:moveTo>
                    <a:pt x="4178820" y="3144272"/>
                  </a:moveTo>
                  <a:cubicBezTo>
                    <a:pt x="4143630" y="3144272"/>
                    <a:pt x="4117237" y="3174505"/>
                    <a:pt x="4117237" y="3214817"/>
                  </a:cubicBezTo>
                  <a:cubicBezTo>
                    <a:pt x="4117237" y="3255127"/>
                    <a:pt x="4143630" y="3285361"/>
                    <a:pt x="4178820" y="3285361"/>
                  </a:cubicBezTo>
                  <a:cubicBezTo>
                    <a:pt x="4214010" y="3285361"/>
                    <a:pt x="4240403" y="3255127"/>
                    <a:pt x="4240403" y="3214817"/>
                  </a:cubicBezTo>
                  <a:cubicBezTo>
                    <a:pt x="4240403" y="3174505"/>
                    <a:pt x="4214010" y="3144272"/>
                    <a:pt x="4178820" y="3144272"/>
                  </a:cubicBezTo>
                  <a:close/>
                  <a:moveTo>
                    <a:pt x="5551232" y="3144272"/>
                  </a:moveTo>
                  <a:cubicBezTo>
                    <a:pt x="5516042" y="3144272"/>
                    <a:pt x="5489650" y="3174505"/>
                    <a:pt x="5489650" y="3214817"/>
                  </a:cubicBezTo>
                  <a:cubicBezTo>
                    <a:pt x="5489650" y="3255127"/>
                    <a:pt x="5516042" y="3285361"/>
                    <a:pt x="5551232" y="3285361"/>
                  </a:cubicBezTo>
                  <a:cubicBezTo>
                    <a:pt x="5586422" y="3285361"/>
                    <a:pt x="5612815" y="3255127"/>
                    <a:pt x="5612815" y="3214817"/>
                  </a:cubicBezTo>
                  <a:cubicBezTo>
                    <a:pt x="5612815" y="3174505"/>
                    <a:pt x="5586422" y="3144272"/>
                    <a:pt x="5551232" y="3144272"/>
                  </a:cubicBezTo>
                  <a:close/>
                  <a:moveTo>
                    <a:pt x="61582" y="4716408"/>
                  </a:moveTo>
                  <a:cubicBezTo>
                    <a:pt x="26392" y="4716408"/>
                    <a:pt x="0" y="4746642"/>
                    <a:pt x="0" y="4786953"/>
                  </a:cubicBezTo>
                  <a:cubicBezTo>
                    <a:pt x="0" y="4827264"/>
                    <a:pt x="26392" y="4857498"/>
                    <a:pt x="61582" y="4857498"/>
                  </a:cubicBezTo>
                  <a:cubicBezTo>
                    <a:pt x="96772" y="4857498"/>
                    <a:pt x="123165" y="4827264"/>
                    <a:pt x="123165" y="4786953"/>
                  </a:cubicBezTo>
                  <a:cubicBezTo>
                    <a:pt x="123165" y="4746642"/>
                    <a:pt x="96772" y="4716408"/>
                    <a:pt x="61582" y="4716408"/>
                  </a:cubicBezTo>
                  <a:close/>
                  <a:moveTo>
                    <a:pt x="1433995" y="4716408"/>
                  </a:moveTo>
                  <a:cubicBezTo>
                    <a:pt x="1398805" y="4716408"/>
                    <a:pt x="1372412" y="4746642"/>
                    <a:pt x="1372412" y="4786953"/>
                  </a:cubicBezTo>
                  <a:cubicBezTo>
                    <a:pt x="1372412" y="4827264"/>
                    <a:pt x="1398805" y="4857498"/>
                    <a:pt x="1433995" y="4857498"/>
                  </a:cubicBezTo>
                  <a:cubicBezTo>
                    <a:pt x="1469185" y="4857498"/>
                    <a:pt x="1495578" y="4827264"/>
                    <a:pt x="1495578" y="4786953"/>
                  </a:cubicBezTo>
                  <a:cubicBezTo>
                    <a:pt x="1495578" y="4746642"/>
                    <a:pt x="1469185" y="4716408"/>
                    <a:pt x="1433995" y="4716408"/>
                  </a:cubicBezTo>
                  <a:close/>
                  <a:moveTo>
                    <a:pt x="2806408" y="4716408"/>
                  </a:moveTo>
                  <a:cubicBezTo>
                    <a:pt x="2771217" y="4716408"/>
                    <a:pt x="2744825" y="4746642"/>
                    <a:pt x="2744825" y="4786953"/>
                  </a:cubicBezTo>
                  <a:cubicBezTo>
                    <a:pt x="2744825" y="4827264"/>
                    <a:pt x="2771217" y="4857498"/>
                    <a:pt x="2806408" y="4857498"/>
                  </a:cubicBezTo>
                  <a:cubicBezTo>
                    <a:pt x="2841598" y="4857498"/>
                    <a:pt x="2867990" y="4827264"/>
                    <a:pt x="2867990" y="4786953"/>
                  </a:cubicBezTo>
                  <a:cubicBezTo>
                    <a:pt x="2867990" y="4746642"/>
                    <a:pt x="2841598" y="4716408"/>
                    <a:pt x="2806408" y="4716408"/>
                  </a:cubicBezTo>
                  <a:close/>
                  <a:moveTo>
                    <a:pt x="4178820" y="4716408"/>
                  </a:moveTo>
                  <a:cubicBezTo>
                    <a:pt x="4143630" y="4716408"/>
                    <a:pt x="4117237" y="4746642"/>
                    <a:pt x="4117237" y="4786953"/>
                  </a:cubicBezTo>
                  <a:cubicBezTo>
                    <a:pt x="4117237" y="4827264"/>
                    <a:pt x="4143630" y="4857498"/>
                    <a:pt x="4178820" y="4857498"/>
                  </a:cubicBezTo>
                  <a:cubicBezTo>
                    <a:pt x="4214010" y="4857498"/>
                    <a:pt x="4240403" y="4827264"/>
                    <a:pt x="4240403" y="4786953"/>
                  </a:cubicBezTo>
                  <a:cubicBezTo>
                    <a:pt x="4240403" y="4746642"/>
                    <a:pt x="4214010" y="4716408"/>
                    <a:pt x="4178820" y="4716408"/>
                  </a:cubicBezTo>
                  <a:close/>
                  <a:moveTo>
                    <a:pt x="5551232" y="4716408"/>
                  </a:moveTo>
                  <a:cubicBezTo>
                    <a:pt x="5516042" y="4716408"/>
                    <a:pt x="5489650" y="4746642"/>
                    <a:pt x="5489650" y="4786953"/>
                  </a:cubicBezTo>
                  <a:cubicBezTo>
                    <a:pt x="5489650" y="4827264"/>
                    <a:pt x="5516042" y="4857498"/>
                    <a:pt x="5551232" y="4857498"/>
                  </a:cubicBezTo>
                  <a:cubicBezTo>
                    <a:pt x="5586422" y="4857498"/>
                    <a:pt x="5612815" y="4827264"/>
                    <a:pt x="5612815" y="4786953"/>
                  </a:cubicBezTo>
                  <a:cubicBezTo>
                    <a:pt x="5612815" y="4746642"/>
                    <a:pt x="5586422" y="4716408"/>
                    <a:pt x="5551232" y="4716408"/>
                  </a:cubicBezTo>
                  <a:close/>
                  <a:moveTo>
                    <a:pt x="61582" y="6288545"/>
                  </a:moveTo>
                  <a:cubicBezTo>
                    <a:pt x="26392" y="6288545"/>
                    <a:pt x="0" y="6318778"/>
                    <a:pt x="0" y="6359089"/>
                  </a:cubicBezTo>
                  <a:cubicBezTo>
                    <a:pt x="0" y="6399400"/>
                    <a:pt x="26392" y="6429634"/>
                    <a:pt x="61582" y="6429634"/>
                  </a:cubicBezTo>
                  <a:cubicBezTo>
                    <a:pt x="96772" y="6429634"/>
                    <a:pt x="123165" y="6399400"/>
                    <a:pt x="123165" y="6359089"/>
                  </a:cubicBezTo>
                  <a:cubicBezTo>
                    <a:pt x="123165" y="6318778"/>
                    <a:pt x="96772" y="6288545"/>
                    <a:pt x="61582" y="6288545"/>
                  </a:cubicBezTo>
                  <a:close/>
                  <a:moveTo>
                    <a:pt x="1433995" y="6288545"/>
                  </a:moveTo>
                  <a:cubicBezTo>
                    <a:pt x="1398805" y="6288545"/>
                    <a:pt x="1372412" y="6318778"/>
                    <a:pt x="1372412" y="6359089"/>
                  </a:cubicBezTo>
                  <a:cubicBezTo>
                    <a:pt x="1372412" y="6399400"/>
                    <a:pt x="1398805" y="6429634"/>
                    <a:pt x="1433995" y="6429634"/>
                  </a:cubicBezTo>
                  <a:cubicBezTo>
                    <a:pt x="1469185" y="6429634"/>
                    <a:pt x="1495578" y="6399400"/>
                    <a:pt x="1495578" y="6359089"/>
                  </a:cubicBezTo>
                  <a:cubicBezTo>
                    <a:pt x="1495578" y="6318778"/>
                    <a:pt x="1469185" y="6288545"/>
                    <a:pt x="1433995" y="6288545"/>
                  </a:cubicBezTo>
                  <a:close/>
                  <a:moveTo>
                    <a:pt x="2806408" y="6288545"/>
                  </a:moveTo>
                  <a:cubicBezTo>
                    <a:pt x="2771217" y="6288545"/>
                    <a:pt x="2744825" y="6318778"/>
                    <a:pt x="2744825" y="6359089"/>
                  </a:cubicBezTo>
                  <a:cubicBezTo>
                    <a:pt x="2744825" y="6399400"/>
                    <a:pt x="2771217" y="6429634"/>
                    <a:pt x="2806408" y="6429634"/>
                  </a:cubicBezTo>
                  <a:cubicBezTo>
                    <a:pt x="2841598" y="6429634"/>
                    <a:pt x="2867990" y="6399400"/>
                    <a:pt x="2867990" y="6359089"/>
                  </a:cubicBezTo>
                  <a:cubicBezTo>
                    <a:pt x="2867990" y="6318778"/>
                    <a:pt x="2841598" y="6288545"/>
                    <a:pt x="2806408" y="6288545"/>
                  </a:cubicBezTo>
                  <a:close/>
                  <a:moveTo>
                    <a:pt x="4178820" y="6288545"/>
                  </a:moveTo>
                  <a:cubicBezTo>
                    <a:pt x="4143630" y="6288545"/>
                    <a:pt x="4117237" y="6318778"/>
                    <a:pt x="4117237" y="6359089"/>
                  </a:cubicBezTo>
                  <a:cubicBezTo>
                    <a:pt x="4117237" y="6399400"/>
                    <a:pt x="4143630" y="6429634"/>
                    <a:pt x="4178820" y="6429634"/>
                  </a:cubicBezTo>
                  <a:cubicBezTo>
                    <a:pt x="4214010" y="6429634"/>
                    <a:pt x="4240403" y="6399400"/>
                    <a:pt x="4240403" y="6359089"/>
                  </a:cubicBezTo>
                  <a:cubicBezTo>
                    <a:pt x="4240403" y="6318778"/>
                    <a:pt x="4214010" y="6288545"/>
                    <a:pt x="4178820" y="6288545"/>
                  </a:cubicBezTo>
                  <a:close/>
                  <a:moveTo>
                    <a:pt x="5551232" y="6288545"/>
                  </a:moveTo>
                  <a:cubicBezTo>
                    <a:pt x="5516042" y="6288545"/>
                    <a:pt x="5489650" y="6318778"/>
                    <a:pt x="5489650" y="6359089"/>
                  </a:cubicBezTo>
                  <a:cubicBezTo>
                    <a:pt x="5489650" y="6399400"/>
                    <a:pt x="5516042" y="6429634"/>
                    <a:pt x="5551232" y="6429634"/>
                  </a:cubicBezTo>
                  <a:cubicBezTo>
                    <a:pt x="5586422" y="6429634"/>
                    <a:pt x="5612815" y="6399400"/>
                    <a:pt x="5612815" y="6359089"/>
                  </a:cubicBezTo>
                  <a:cubicBezTo>
                    <a:pt x="5612815" y="6318778"/>
                    <a:pt x="5586422" y="6288545"/>
                    <a:pt x="5551232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36799" y="590413"/>
            <a:ext cx="8158402" cy="9106174"/>
            <a:chOff x="0" y="0"/>
            <a:chExt cx="1371050" cy="15303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1050" cy="1530326"/>
            </a:xfrm>
            <a:custGeom>
              <a:avLst/>
              <a:gdLst/>
              <a:ahLst/>
              <a:cxnLst/>
              <a:rect l="l" t="t" r="r" b="b"/>
              <a:pathLst>
                <a:path w="1371050" h="1530326">
                  <a:moveTo>
                    <a:pt x="37958" y="0"/>
                  </a:moveTo>
                  <a:lnTo>
                    <a:pt x="1333092" y="0"/>
                  </a:lnTo>
                  <a:cubicBezTo>
                    <a:pt x="1343159" y="0"/>
                    <a:pt x="1352814" y="3999"/>
                    <a:pt x="1359932" y="11118"/>
                  </a:cubicBezTo>
                  <a:cubicBezTo>
                    <a:pt x="1367051" y="18236"/>
                    <a:pt x="1371050" y="27891"/>
                    <a:pt x="1371050" y="37958"/>
                  </a:cubicBezTo>
                  <a:lnTo>
                    <a:pt x="1371050" y="1492368"/>
                  </a:lnTo>
                  <a:cubicBezTo>
                    <a:pt x="1371050" y="1502435"/>
                    <a:pt x="1367051" y="1512090"/>
                    <a:pt x="1359932" y="1519209"/>
                  </a:cubicBezTo>
                  <a:cubicBezTo>
                    <a:pt x="1352814" y="1526327"/>
                    <a:pt x="1343159" y="1530326"/>
                    <a:pt x="1333092" y="1530326"/>
                  </a:cubicBezTo>
                  <a:lnTo>
                    <a:pt x="37958" y="1530326"/>
                  </a:lnTo>
                  <a:cubicBezTo>
                    <a:pt x="27891" y="1530326"/>
                    <a:pt x="18236" y="1526327"/>
                    <a:pt x="11118" y="1519209"/>
                  </a:cubicBezTo>
                  <a:cubicBezTo>
                    <a:pt x="3999" y="1512090"/>
                    <a:pt x="0" y="1502435"/>
                    <a:pt x="0" y="1492368"/>
                  </a:cubicBezTo>
                  <a:lnTo>
                    <a:pt x="0" y="37958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8" y="0"/>
                  </a:cubicBezTo>
                  <a:close/>
                </a:path>
              </a:pathLst>
            </a:custGeom>
            <a:blipFill>
              <a:blip r:embed="rId2"/>
              <a:stretch>
                <a:fillRect l="-46506" r="-61291" b="-6116"/>
              </a:stretch>
            </a:blipFill>
            <a:ln w="28575" cap="rnd">
              <a:solidFill>
                <a:srgbClr val="000001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22996" y="1458476"/>
            <a:ext cx="6724770" cy="7370048"/>
            <a:chOff x="0" y="0"/>
            <a:chExt cx="8966361" cy="982673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8100"/>
              <a:ext cx="8966361" cy="1397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49"/>
                </a:lnSpc>
              </a:pPr>
              <a:r>
                <a:rPr lang="en-US" sz="6999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Pollination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418285" y="2092215"/>
              <a:ext cx="4129790" cy="966384"/>
              <a:chOff x="0" y="0"/>
              <a:chExt cx="1943431" cy="4547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43431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1943431" h="454769">
                    <a:moveTo>
                      <a:pt x="1740231" y="0"/>
                    </a:moveTo>
                    <a:cubicBezTo>
                      <a:pt x="1852455" y="0"/>
                      <a:pt x="1943431" y="101803"/>
                      <a:pt x="1943431" y="227384"/>
                    </a:cubicBezTo>
                    <a:cubicBezTo>
                      <a:pt x="1943431" y="352965"/>
                      <a:pt x="1852455" y="454769"/>
                      <a:pt x="1740231" y="454769"/>
                    </a:cubicBezTo>
                    <a:lnTo>
                      <a:pt x="203200" y="454769"/>
                    </a:lnTo>
                    <a:cubicBezTo>
                      <a:pt x="90976" y="454769"/>
                      <a:pt x="0" y="352965"/>
                      <a:pt x="0" y="227384"/>
                    </a:cubicBezTo>
                    <a:cubicBezTo>
                      <a:pt x="0" y="10180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19050"/>
                <a:ext cx="1943431" cy="435719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marL="0" lvl="0" indent="0" algn="ctr">
                  <a:lnSpc>
                    <a:spcPts val="3680"/>
                  </a:lnSpc>
                </a:pPr>
                <a:r>
                  <a:rPr lang="en-US" sz="3200" b="1">
                    <a:solidFill>
                      <a:srgbClr val="000001"/>
                    </a:solidFill>
                    <a:latin typeface="Gliker Semi-Bold"/>
                    <a:ea typeface="Gliker Semi-Bold"/>
                    <a:cs typeface="Gliker Semi-Bold"/>
                    <a:sym typeface="Gliker Semi-Bold"/>
                  </a:rPr>
                  <a:t>What is it?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63020" y="6626590"/>
              <a:ext cx="7040321" cy="966384"/>
              <a:chOff x="0" y="0"/>
              <a:chExt cx="3313092" cy="45476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313092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3313092" h="454769">
                    <a:moveTo>
                      <a:pt x="3109892" y="0"/>
                    </a:moveTo>
                    <a:cubicBezTo>
                      <a:pt x="3222117" y="0"/>
                      <a:pt x="3313092" y="101803"/>
                      <a:pt x="3313092" y="227384"/>
                    </a:cubicBezTo>
                    <a:cubicBezTo>
                      <a:pt x="3313092" y="352965"/>
                      <a:pt x="3222117" y="454769"/>
                      <a:pt x="3109892" y="454769"/>
                    </a:cubicBezTo>
                    <a:lnTo>
                      <a:pt x="203200" y="454769"/>
                    </a:lnTo>
                    <a:cubicBezTo>
                      <a:pt x="90976" y="454769"/>
                      <a:pt x="0" y="352965"/>
                      <a:pt x="0" y="227384"/>
                    </a:cubicBezTo>
                    <a:cubicBezTo>
                      <a:pt x="0" y="10180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19050"/>
                <a:ext cx="3313092" cy="435719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marL="0" lvl="0" indent="0" algn="ctr">
                  <a:lnSpc>
                    <a:spcPts val="3680"/>
                  </a:lnSpc>
                </a:pPr>
                <a:r>
                  <a:rPr lang="en-US" sz="3200" b="1">
                    <a:solidFill>
                      <a:srgbClr val="000001"/>
                    </a:solidFill>
                    <a:latin typeface="Gliker Semi-Bold"/>
                    <a:ea typeface="Gliker Semi-Bold"/>
                    <a:cs typeface="Gliker Semi-Bold"/>
                    <a:sym typeface="Gliker Semi-Bold"/>
                  </a:rPr>
                  <a:t>Why is it important?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3398991"/>
              <a:ext cx="8966361" cy="2322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The process of </a:t>
              </a:r>
              <a:r>
                <a:rPr lang="en-US" sz="2799" b="1" spc="-27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transferring pollen grains</a:t>
              </a: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 from the male part (anther) of one flower to the female part (stigma) of another flower of the same species.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088378"/>
              <a:ext cx="8966361" cy="1738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It leads to </a:t>
              </a:r>
              <a:r>
                <a:rPr lang="en-US" sz="2799" b="1" spc="-27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seed formation</a:t>
              </a: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, essential for plant growth and reproduction, and the </a:t>
              </a:r>
              <a:r>
                <a:rPr lang="en-US" sz="2799" b="1" spc="-27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production of fruits</a:t>
              </a: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 that humans can eat.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002" y="-86982"/>
            <a:ext cx="18628003" cy="2594635"/>
            <a:chOff x="0" y="0"/>
            <a:chExt cx="4906141" cy="6833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6141" cy="683361"/>
            </a:xfrm>
            <a:custGeom>
              <a:avLst/>
              <a:gdLst/>
              <a:ahLst/>
              <a:cxnLst/>
              <a:rect l="l" t="t" r="r" b="b"/>
              <a:pathLst>
                <a:path w="4906141" h="683361">
                  <a:moveTo>
                    <a:pt x="0" y="0"/>
                  </a:moveTo>
                  <a:lnTo>
                    <a:pt x="4906141" y="0"/>
                  </a:lnTo>
                  <a:lnTo>
                    <a:pt x="4906141" y="683361"/>
                  </a:lnTo>
                  <a:lnTo>
                    <a:pt x="0" y="683361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906141" cy="692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59831" y="3313203"/>
            <a:ext cx="2658112" cy="26581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algn="ctr">
                <a:lnSpc>
                  <a:spcPts val="3125"/>
                </a:lnSpc>
              </a:pPr>
              <a:r>
                <a:rPr lang="en-US" sz="2500" b="1" spc="-25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Examples:</a:t>
              </a:r>
            </a:p>
            <a:p>
              <a:pPr marL="0" lvl="1" indent="0" algn="ctr">
                <a:lnSpc>
                  <a:spcPts val="3125"/>
                </a:lnSpc>
                <a:spcBef>
                  <a:spcPct val="0"/>
                </a:spcBef>
              </a:pPr>
              <a:r>
                <a:rPr lang="en-US" sz="2500" b="1" spc="-2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roses, daisies and sunflowers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2080609">
            <a:off x="3447104" y="4755477"/>
            <a:ext cx="2926754" cy="1917746"/>
          </a:xfrm>
          <a:custGeom>
            <a:avLst/>
            <a:gdLst/>
            <a:ahLst/>
            <a:cxnLst/>
            <a:rect l="l" t="t" r="r" b="b"/>
            <a:pathLst>
              <a:path w="2926754" h="1917746">
                <a:moveTo>
                  <a:pt x="0" y="0"/>
                </a:moveTo>
                <a:lnTo>
                  <a:pt x="2926754" y="0"/>
                </a:lnTo>
                <a:lnTo>
                  <a:pt x="2926754" y="1917746"/>
                </a:lnTo>
                <a:lnTo>
                  <a:pt x="0" y="191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4679" b="-250062"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104503" flipH="1">
            <a:off x="2228179" y="3515200"/>
            <a:ext cx="2159854" cy="2254117"/>
          </a:xfrm>
          <a:custGeom>
            <a:avLst/>
            <a:gdLst/>
            <a:ahLst/>
            <a:cxnLst/>
            <a:rect l="l" t="t" r="r" b="b"/>
            <a:pathLst>
              <a:path w="2159854" h="2254117">
                <a:moveTo>
                  <a:pt x="2159854" y="0"/>
                </a:moveTo>
                <a:lnTo>
                  <a:pt x="0" y="0"/>
                </a:lnTo>
                <a:lnTo>
                  <a:pt x="0" y="2254118"/>
                </a:lnTo>
                <a:lnTo>
                  <a:pt x="2159854" y="2254118"/>
                </a:lnTo>
                <a:lnTo>
                  <a:pt x="21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2610822" y="5390142"/>
            <a:ext cx="2299659" cy="1506844"/>
          </a:xfrm>
          <a:custGeom>
            <a:avLst/>
            <a:gdLst/>
            <a:ahLst/>
            <a:cxnLst/>
            <a:rect l="l" t="t" r="r" b="b"/>
            <a:pathLst>
              <a:path w="2299659" h="1506844">
                <a:moveTo>
                  <a:pt x="0" y="0"/>
                </a:moveTo>
                <a:lnTo>
                  <a:pt x="2299659" y="0"/>
                </a:lnTo>
                <a:lnTo>
                  <a:pt x="2299659" y="1506843"/>
                </a:lnTo>
                <a:lnTo>
                  <a:pt x="0" y="1506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4679" b="-250062"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4188847" y="4216294"/>
            <a:ext cx="2347697" cy="23476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B6E0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2171" tIns="52171" rIns="52171" bIns="52171" rtlCol="0" anchor="ctr"/>
            <a:lstStyle/>
            <a:p>
              <a:pPr algn="ctr">
                <a:lnSpc>
                  <a:spcPts val="3125"/>
                </a:lnSpc>
              </a:pPr>
              <a:r>
                <a:rPr lang="en-US" sz="2500" b="1" spc="-25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Examples:</a:t>
              </a:r>
            </a:p>
            <a:p>
              <a:pPr marL="0" lvl="1" indent="0" algn="ctr">
                <a:lnSpc>
                  <a:spcPts val="3125"/>
                </a:lnSpc>
                <a:spcBef>
                  <a:spcPct val="0"/>
                </a:spcBef>
              </a:pPr>
              <a:r>
                <a:rPr lang="en-US" sz="2500" b="1" spc="-2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dandelion and grasses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878767" y="3836339"/>
            <a:ext cx="3605039" cy="2307225"/>
          </a:xfrm>
          <a:custGeom>
            <a:avLst/>
            <a:gdLst/>
            <a:ahLst/>
            <a:cxnLst/>
            <a:rect l="l" t="t" r="r" b="b"/>
            <a:pathLst>
              <a:path w="3605039" h="2307225">
                <a:moveTo>
                  <a:pt x="0" y="0"/>
                </a:moveTo>
                <a:lnTo>
                  <a:pt x="3605039" y="0"/>
                </a:lnTo>
                <a:lnTo>
                  <a:pt x="3605039" y="2307225"/>
                </a:lnTo>
                <a:lnTo>
                  <a:pt x="0" y="2307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7938641" flipV="1">
            <a:off x="14149617" y="3002060"/>
            <a:ext cx="668378" cy="1346548"/>
          </a:xfrm>
          <a:custGeom>
            <a:avLst/>
            <a:gdLst/>
            <a:ahLst/>
            <a:cxnLst/>
            <a:rect l="l" t="t" r="r" b="b"/>
            <a:pathLst>
              <a:path w="668378" h="1346548">
                <a:moveTo>
                  <a:pt x="0" y="1346549"/>
                </a:moveTo>
                <a:lnTo>
                  <a:pt x="668378" y="1346549"/>
                </a:lnTo>
                <a:lnTo>
                  <a:pt x="668378" y="0"/>
                </a:lnTo>
                <a:lnTo>
                  <a:pt x="0" y="0"/>
                </a:lnTo>
                <a:lnTo>
                  <a:pt x="0" y="134654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1849270" y="7109852"/>
            <a:ext cx="6894776" cy="2186548"/>
            <a:chOff x="0" y="0"/>
            <a:chExt cx="9193034" cy="291539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9050"/>
              <a:ext cx="9193034" cy="883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59"/>
                </a:lnSpc>
                <a:spcBef>
                  <a:spcPct val="0"/>
                </a:spcBef>
              </a:pPr>
              <a:r>
                <a:rPr lang="en-US" sz="4399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By Insects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177045"/>
              <a:ext cx="9193034" cy="1738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Insects like bees and butterflies carry pollen from flower to flower while they collect nectar.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88224" y="7109852"/>
            <a:ext cx="7130581" cy="2186548"/>
            <a:chOff x="0" y="0"/>
            <a:chExt cx="9507442" cy="2915397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177045"/>
              <a:ext cx="9507442" cy="1738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Wind can also carry pollen to other flowers. These pollen grains are lightweight and can be easily carried by the breeze.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9507442" cy="883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59"/>
                </a:lnSpc>
                <a:spcBef>
                  <a:spcPct val="0"/>
                </a:spcBef>
              </a:pPr>
              <a:r>
                <a:rPr lang="en-US" sz="4399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By Wind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52726" y="-67614"/>
            <a:ext cx="18793452" cy="2499674"/>
            <a:chOff x="0" y="0"/>
            <a:chExt cx="1079500" cy="1079500"/>
          </a:xfrm>
        </p:grpSpPr>
        <p:sp>
          <p:nvSpPr>
            <p:cNvPr id="23" name="Freeform 23"/>
            <p:cNvSpPr/>
            <p:nvPr/>
          </p:nvSpPr>
          <p:spPr>
            <a:xfrm>
              <a:off x="1290747" y="203201"/>
              <a:ext cx="11199114" cy="1426525"/>
            </a:xfrm>
            <a:custGeom>
              <a:avLst/>
              <a:gdLst/>
              <a:ahLst/>
              <a:cxnLst/>
              <a:rect l="l" t="t" r="r" b="b"/>
              <a:pathLst>
                <a:path w="11199114" h="1426525">
                  <a:moveTo>
                    <a:pt x="122874" y="0"/>
                  </a:moveTo>
                  <a:cubicBezTo>
                    <a:pt x="52660" y="0"/>
                    <a:pt x="0" y="6708"/>
                    <a:pt x="0" y="15652"/>
                  </a:cubicBezTo>
                  <a:cubicBezTo>
                    <a:pt x="0" y="24595"/>
                    <a:pt x="52660" y="31303"/>
                    <a:pt x="122874" y="31303"/>
                  </a:cubicBezTo>
                  <a:cubicBezTo>
                    <a:pt x="193088" y="31303"/>
                    <a:pt x="245748" y="24595"/>
                    <a:pt x="245748" y="15652"/>
                  </a:cubicBezTo>
                  <a:cubicBezTo>
                    <a:pt x="245748" y="6708"/>
                    <a:pt x="193088" y="0"/>
                    <a:pt x="122874" y="0"/>
                  </a:cubicBezTo>
                  <a:close/>
                  <a:moveTo>
                    <a:pt x="2861215" y="0"/>
                  </a:moveTo>
                  <a:cubicBezTo>
                    <a:pt x="2791002" y="0"/>
                    <a:pt x="2738341" y="6708"/>
                    <a:pt x="2738341" y="15652"/>
                  </a:cubicBezTo>
                  <a:cubicBezTo>
                    <a:pt x="2738341" y="24595"/>
                    <a:pt x="2791002" y="31303"/>
                    <a:pt x="2861215" y="31303"/>
                  </a:cubicBezTo>
                  <a:cubicBezTo>
                    <a:pt x="2931429" y="31303"/>
                    <a:pt x="2984090" y="24595"/>
                    <a:pt x="2984090" y="15652"/>
                  </a:cubicBezTo>
                  <a:cubicBezTo>
                    <a:pt x="2984090" y="6708"/>
                    <a:pt x="2931429" y="0"/>
                    <a:pt x="2861215" y="0"/>
                  </a:cubicBezTo>
                  <a:close/>
                  <a:moveTo>
                    <a:pt x="5599556" y="0"/>
                  </a:moveTo>
                  <a:cubicBezTo>
                    <a:pt x="5529343" y="0"/>
                    <a:pt x="5476683" y="6708"/>
                    <a:pt x="5476683" y="15652"/>
                  </a:cubicBezTo>
                  <a:cubicBezTo>
                    <a:pt x="5476683" y="24595"/>
                    <a:pt x="5529343" y="31303"/>
                    <a:pt x="5599556" y="31303"/>
                  </a:cubicBezTo>
                  <a:cubicBezTo>
                    <a:pt x="5669771" y="31303"/>
                    <a:pt x="5722431" y="24595"/>
                    <a:pt x="5722431" y="15652"/>
                  </a:cubicBezTo>
                  <a:cubicBezTo>
                    <a:pt x="5722431" y="6708"/>
                    <a:pt x="5669771" y="0"/>
                    <a:pt x="5599556" y="0"/>
                  </a:cubicBezTo>
                  <a:close/>
                  <a:moveTo>
                    <a:pt x="8337898" y="0"/>
                  </a:moveTo>
                  <a:cubicBezTo>
                    <a:pt x="8267684" y="0"/>
                    <a:pt x="8215023" y="6708"/>
                    <a:pt x="8215023" y="15652"/>
                  </a:cubicBezTo>
                  <a:cubicBezTo>
                    <a:pt x="8215023" y="24595"/>
                    <a:pt x="8267684" y="31303"/>
                    <a:pt x="8337898" y="31303"/>
                  </a:cubicBezTo>
                  <a:cubicBezTo>
                    <a:pt x="8408112" y="31303"/>
                    <a:pt x="8460773" y="24595"/>
                    <a:pt x="8460773" y="15652"/>
                  </a:cubicBezTo>
                  <a:cubicBezTo>
                    <a:pt x="8460773" y="6708"/>
                    <a:pt x="8408112" y="0"/>
                    <a:pt x="8337898" y="0"/>
                  </a:cubicBezTo>
                  <a:close/>
                  <a:moveTo>
                    <a:pt x="11076239" y="0"/>
                  </a:moveTo>
                  <a:cubicBezTo>
                    <a:pt x="11006025" y="0"/>
                    <a:pt x="10953365" y="6708"/>
                    <a:pt x="10953365" y="15652"/>
                  </a:cubicBezTo>
                  <a:cubicBezTo>
                    <a:pt x="10953365" y="24595"/>
                    <a:pt x="11006025" y="31303"/>
                    <a:pt x="11076239" y="31303"/>
                  </a:cubicBezTo>
                  <a:cubicBezTo>
                    <a:pt x="11146454" y="31303"/>
                    <a:pt x="11199113" y="24595"/>
                    <a:pt x="11199113" y="15652"/>
                  </a:cubicBezTo>
                  <a:cubicBezTo>
                    <a:pt x="11199113" y="6708"/>
                    <a:pt x="11146454" y="0"/>
                    <a:pt x="11076239" y="0"/>
                  </a:cubicBezTo>
                  <a:close/>
                  <a:moveTo>
                    <a:pt x="122874" y="348806"/>
                  </a:moveTo>
                  <a:cubicBezTo>
                    <a:pt x="52660" y="348806"/>
                    <a:pt x="0" y="355513"/>
                    <a:pt x="0" y="364457"/>
                  </a:cubicBezTo>
                  <a:cubicBezTo>
                    <a:pt x="0" y="373401"/>
                    <a:pt x="52660" y="380109"/>
                    <a:pt x="122874" y="380109"/>
                  </a:cubicBezTo>
                  <a:cubicBezTo>
                    <a:pt x="193088" y="380109"/>
                    <a:pt x="245748" y="373401"/>
                    <a:pt x="245748" y="364457"/>
                  </a:cubicBezTo>
                  <a:cubicBezTo>
                    <a:pt x="245748" y="355513"/>
                    <a:pt x="193088" y="348806"/>
                    <a:pt x="122874" y="348806"/>
                  </a:cubicBezTo>
                  <a:close/>
                  <a:moveTo>
                    <a:pt x="2861215" y="348806"/>
                  </a:moveTo>
                  <a:cubicBezTo>
                    <a:pt x="2791002" y="348806"/>
                    <a:pt x="2738341" y="355513"/>
                    <a:pt x="2738341" y="364457"/>
                  </a:cubicBezTo>
                  <a:cubicBezTo>
                    <a:pt x="2738341" y="373401"/>
                    <a:pt x="2791002" y="380109"/>
                    <a:pt x="2861215" y="380109"/>
                  </a:cubicBezTo>
                  <a:cubicBezTo>
                    <a:pt x="2931429" y="380109"/>
                    <a:pt x="2984090" y="373401"/>
                    <a:pt x="2984090" y="364457"/>
                  </a:cubicBezTo>
                  <a:cubicBezTo>
                    <a:pt x="2984090" y="355513"/>
                    <a:pt x="2931429" y="348806"/>
                    <a:pt x="2861215" y="348806"/>
                  </a:cubicBezTo>
                  <a:close/>
                  <a:moveTo>
                    <a:pt x="5599556" y="348806"/>
                  </a:moveTo>
                  <a:cubicBezTo>
                    <a:pt x="5529343" y="348806"/>
                    <a:pt x="5476683" y="355513"/>
                    <a:pt x="5476683" y="364457"/>
                  </a:cubicBezTo>
                  <a:cubicBezTo>
                    <a:pt x="5476683" y="373401"/>
                    <a:pt x="5529343" y="380109"/>
                    <a:pt x="5599556" y="380109"/>
                  </a:cubicBezTo>
                  <a:cubicBezTo>
                    <a:pt x="5669771" y="380109"/>
                    <a:pt x="5722431" y="373401"/>
                    <a:pt x="5722431" y="364457"/>
                  </a:cubicBezTo>
                  <a:cubicBezTo>
                    <a:pt x="5722431" y="355513"/>
                    <a:pt x="5669771" y="348806"/>
                    <a:pt x="5599556" y="348806"/>
                  </a:cubicBezTo>
                  <a:close/>
                  <a:moveTo>
                    <a:pt x="8337898" y="348806"/>
                  </a:moveTo>
                  <a:cubicBezTo>
                    <a:pt x="8267684" y="348806"/>
                    <a:pt x="8215023" y="355513"/>
                    <a:pt x="8215023" y="364457"/>
                  </a:cubicBezTo>
                  <a:cubicBezTo>
                    <a:pt x="8215023" y="373401"/>
                    <a:pt x="8267684" y="380109"/>
                    <a:pt x="8337898" y="380109"/>
                  </a:cubicBezTo>
                  <a:cubicBezTo>
                    <a:pt x="8408112" y="380109"/>
                    <a:pt x="8460773" y="373401"/>
                    <a:pt x="8460773" y="364457"/>
                  </a:cubicBezTo>
                  <a:cubicBezTo>
                    <a:pt x="8460773" y="355513"/>
                    <a:pt x="8408112" y="348806"/>
                    <a:pt x="8337898" y="348806"/>
                  </a:cubicBezTo>
                  <a:close/>
                  <a:moveTo>
                    <a:pt x="11076239" y="348806"/>
                  </a:moveTo>
                  <a:cubicBezTo>
                    <a:pt x="11006025" y="348806"/>
                    <a:pt x="10953365" y="355513"/>
                    <a:pt x="10953365" y="364457"/>
                  </a:cubicBezTo>
                  <a:cubicBezTo>
                    <a:pt x="10953365" y="373401"/>
                    <a:pt x="11006025" y="380109"/>
                    <a:pt x="11076239" y="380109"/>
                  </a:cubicBezTo>
                  <a:cubicBezTo>
                    <a:pt x="11146454" y="380109"/>
                    <a:pt x="11199113" y="373401"/>
                    <a:pt x="11199113" y="364457"/>
                  </a:cubicBezTo>
                  <a:cubicBezTo>
                    <a:pt x="11199113" y="355513"/>
                    <a:pt x="11146454" y="348806"/>
                    <a:pt x="11076239" y="348806"/>
                  </a:cubicBezTo>
                  <a:close/>
                  <a:moveTo>
                    <a:pt x="122874" y="697611"/>
                  </a:moveTo>
                  <a:cubicBezTo>
                    <a:pt x="52660" y="697611"/>
                    <a:pt x="0" y="704319"/>
                    <a:pt x="0" y="713262"/>
                  </a:cubicBezTo>
                  <a:cubicBezTo>
                    <a:pt x="0" y="722206"/>
                    <a:pt x="52660" y="728914"/>
                    <a:pt x="122874" y="728914"/>
                  </a:cubicBezTo>
                  <a:cubicBezTo>
                    <a:pt x="193088" y="728914"/>
                    <a:pt x="245748" y="722206"/>
                    <a:pt x="245748" y="713262"/>
                  </a:cubicBezTo>
                  <a:cubicBezTo>
                    <a:pt x="245748" y="704319"/>
                    <a:pt x="193088" y="697611"/>
                    <a:pt x="122874" y="697611"/>
                  </a:cubicBezTo>
                  <a:close/>
                  <a:moveTo>
                    <a:pt x="2861215" y="697611"/>
                  </a:moveTo>
                  <a:cubicBezTo>
                    <a:pt x="2791002" y="697611"/>
                    <a:pt x="2738341" y="704319"/>
                    <a:pt x="2738341" y="713262"/>
                  </a:cubicBezTo>
                  <a:cubicBezTo>
                    <a:pt x="2738341" y="722206"/>
                    <a:pt x="2791002" y="728914"/>
                    <a:pt x="2861215" y="728914"/>
                  </a:cubicBezTo>
                  <a:cubicBezTo>
                    <a:pt x="2931429" y="728914"/>
                    <a:pt x="2984090" y="722206"/>
                    <a:pt x="2984090" y="713262"/>
                  </a:cubicBezTo>
                  <a:cubicBezTo>
                    <a:pt x="2984090" y="704319"/>
                    <a:pt x="2931429" y="697611"/>
                    <a:pt x="2861215" y="697611"/>
                  </a:cubicBezTo>
                  <a:close/>
                  <a:moveTo>
                    <a:pt x="5599556" y="697611"/>
                  </a:moveTo>
                  <a:cubicBezTo>
                    <a:pt x="5529343" y="697611"/>
                    <a:pt x="5476683" y="704319"/>
                    <a:pt x="5476683" y="713262"/>
                  </a:cubicBezTo>
                  <a:cubicBezTo>
                    <a:pt x="5476683" y="722206"/>
                    <a:pt x="5529343" y="728914"/>
                    <a:pt x="5599556" y="728914"/>
                  </a:cubicBezTo>
                  <a:cubicBezTo>
                    <a:pt x="5669771" y="728914"/>
                    <a:pt x="5722431" y="722206"/>
                    <a:pt x="5722431" y="713262"/>
                  </a:cubicBezTo>
                  <a:cubicBezTo>
                    <a:pt x="5722431" y="704319"/>
                    <a:pt x="5669771" y="697611"/>
                    <a:pt x="5599556" y="697611"/>
                  </a:cubicBezTo>
                  <a:close/>
                  <a:moveTo>
                    <a:pt x="8337898" y="697611"/>
                  </a:moveTo>
                  <a:cubicBezTo>
                    <a:pt x="8267684" y="697611"/>
                    <a:pt x="8215023" y="704319"/>
                    <a:pt x="8215023" y="713262"/>
                  </a:cubicBezTo>
                  <a:cubicBezTo>
                    <a:pt x="8215023" y="722206"/>
                    <a:pt x="8267684" y="728914"/>
                    <a:pt x="8337898" y="728914"/>
                  </a:cubicBezTo>
                  <a:cubicBezTo>
                    <a:pt x="8408112" y="728914"/>
                    <a:pt x="8460773" y="722206"/>
                    <a:pt x="8460773" y="713262"/>
                  </a:cubicBezTo>
                  <a:cubicBezTo>
                    <a:pt x="8460773" y="704319"/>
                    <a:pt x="8408112" y="697611"/>
                    <a:pt x="8337898" y="697611"/>
                  </a:cubicBezTo>
                  <a:close/>
                  <a:moveTo>
                    <a:pt x="11076239" y="697611"/>
                  </a:moveTo>
                  <a:cubicBezTo>
                    <a:pt x="11006025" y="697611"/>
                    <a:pt x="10953365" y="704319"/>
                    <a:pt x="10953365" y="713262"/>
                  </a:cubicBezTo>
                  <a:cubicBezTo>
                    <a:pt x="10953365" y="722206"/>
                    <a:pt x="11006025" y="728914"/>
                    <a:pt x="11076239" y="728914"/>
                  </a:cubicBezTo>
                  <a:cubicBezTo>
                    <a:pt x="11146454" y="728914"/>
                    <a:pt x="11199113" y="722206"/>
                    <a:pt x="11199113" y="713262"/>
                  </a:cubicBezTo>
                  <a:cubicBezTo>
                    <a:pt x="11199113" y="704319"/>
                    <a:pt x="11146454" y="697611"/>
                    <a:pt x="11076239" y="697611"/>
                  </a:cubicBezTo>
                  <a:close/>
                  <a:moveTo>
                    <a:pt x="122874" y="1046416"/>
                  </a:moveTo>
                  <a:cubicBezTo>
                    <a:pt x="52660" y="1046416"/>
                    <a:pt x="0" y="1053124"/>
                    <a:pt x="0" y="1062068"/>
                  </a:cubicBezTo>
                  <a:cubicBezTo>
                    <a:pt x="0" y="1071012"/>
                    <a:pt x="52660" y="1077719"/>
                    <a:pt x="122874" y="1077719"/>
                  </a:cubicBezTo>
                  <a:cubicBezTo>
                    <a:pt x="193088" y="1077719"/>
                    <a:pt x="245748" y="1071012"/>
                    <a:pt x="245748" y="1062068"/>
                  </a:cubicBezTo>
                  <a:cubicBezTo>
                    <a:pt x="245748" y="1053124"/>
                    <a:pt x="193088" y="1046416"/>
                    <a:pt x="122874" y="1046416"/>
                  </a:cubicBezTo>
                  <a:close/>
                  <a:moveTo>
                    <a:pt x="2861215" y="1046416"/>
                  </a:moveTo>
                  <a:cubicBezTo>
                    <a:pt x="2791002" y="1046416"/>
                    <a:pt x="2738341" y="1053124"/>
                    <a:pt x="2738341" y="1062068"/>
                  </a:cubicBezTo>
                  <a:cubicBezTo>
                    <a:pt x="2738341" y="1071012"/>
                    <a:pt x="2791002" y="1077719"/>
                    <a:pt x="2861215" y="1077719"/>
                  </a:cubicBezTo>
                  <a:cubicBezTo>
                    <a:pt x="2931429" y="1077719"/>
                    <a:pt x="2984090" y="1071012"/>
                    <a:pt x="2984090" y="1062068"/>
                  </a:cubicBezTo>
                  <a:cubicBezTo>
                    <a:pt x="2984090" y="1053124"/>
                    <a:pt x="2931429" y="1046416"/>
                    <a:pt x="2861215" y="1046416"/>
                  </a:cubicBezTo>
                  <a:close/>
                  <a:moveTo>
                    <a:pt x="5599556" y="1046416"/>
                  </a:moveTo>
                  <a:cubicBezTo>
                    <a:pt x="5529343" y="1046416"/>
                    <a:pt x="5476683" y="1053124"/>
                    <a:pt x="5476683" y="1062068"/>
                  </a:cubicBezTo>
                  <a:cubicBezTo>
                    <a:pt x="5476683" y="1071012"/>
                    <a:pt x="5529343" y="1077719"/>
                    <a:pt x="5599556" y="1077719"/>
                  </a:cubicBezTo>
                  <a:cubicBezTo>
                    <a:pt x="5669771" y="1077719"/>
                    <a:pt x="5722431" y="1071012"/>
                    <a:pt x="5722431" y="1062068"/>
                  </a:cubicBezTo>
                  <a:cubicBezTo>
                    <a:pt x="5722431" y="1053124"/>
                    <a:pt x="5669771" y="1046416"/>
                    <a:pt x="5599556" y="1046416"/>
                  </a:cubicBezTo>
                  <a:close/>
                  <a:moveTo>
                    <a:pt x="8337898" y="1046416"/>
                  </a:moveTo>
                  <a:cubicBezTo>
                    <a:pt x="8267684" y="1046416"/>
                    <a:pt x="8215023" y="1053124"/>
                    <a:pt x="8215023" y="1062068"/>
                  </a:cubicBezTo>
                  <a:cubicBezTo>
                    <a:pt x="8215023" y="1071012"/>
                    <a:pt x="8267684" y="1077719"/>
                    <a:pt x="8337898" y="1077719"/>
                  </a:cubicBezTo>
                  <a:cubicBezTo>
                    <a:pt x="8408112" y="1077719"/>
                    <a:pt x="8460773" y="1071012"/>
                    <a:pt x="8460773" y="1062068"/>
                  </a:cubicBezTo>
                  <a:cubicBezTo>
                    <a:pt x="8460773" y="1053124"/>
                    <a:pt x="8408112" y="1046416"/>
                    <a:pt x="8337898" y="1046416"/>
                  </a:cubicBezTo>
                  <a:close/>
                  <a:moveTo>
                    <a:pt x="11076239" y="1046416"/>
                  </a:moveTo>
                  <a:cubicBezTo>
                    <a:pt x="11006025" y="1046416"/>
                    <a:pt x="10953365" y="1053124"/>
                    <a:pt x="10953365" y="1062068"/>
                  </a:cubicBezTo>
                  <a:cubicBezTo>
                    <a:pt x="10953365" y="1071012"/>
                    <a:pt x="11006025" y="1077719"/>
                    <a:pt x="11076239" y="1077719"/>
                  </a:cubicBezTo>
                  <a:cubicBezTo>
                    <a:pt x="11146454" y="1077719"/>
                    <a:pt x="11199113" y="1071012"/>
                    <a:pt x="11199113" y="1062068"/>
                  </a:cubicBezTo>
                  <a:cubicBezTo>
                    <a:pt x="11199113" y="1053124"/>
                    <a:pt x="11146454" y="1046416"/>
                    <a:pt x="11076239" y="1046416"/>
                  </a:cubicBezTo>
                  <a:close/>
                  <a:moveTo>
                    <a:pt x="122874" y="1395222"/>
                  </a:moveTo>
                  <a:cubicBezTo>
                    <a:pt x="52660" y="1395222"/>
                    <a:pt x="0" y="1401930"/>
                    <a:pt x="0" y="1410873"/>
                  </a:cubicBezTo>
                  <a:cubicBezTo>
                    <a:pt x="0" y="1419817"/>
                    <a:pt x="52660" y="1426525"/>
                    <a:pt x="122874" y="1426525"/>
                  </a:cubicBezTo>
                  <a:cubicBezTo>
                    <a:pt x="193088" y="1426525"/>
                    <a:pt x="245748" y="1419817"/>
                    <a:pt x="245748" y="1410873"/>
                  </a:cubicBezTo>
                  <a:cubicBezTo>
                    <a:pt x="245748" y="1401930"/>
                    <a:pt x="193088" y="1395222"/>
                    <a:pt x="122874" y="1395222"/>
                  </a:cubicBezTo>
                  <a:close/>
                  <a:moveTo>
                    <a:pt x="2861215" y="1395222"/>
                  </a:moveTo>
                  <a:cubicBezTo>
                    <a:pt x="2791002" y="1395222"/>
                    <a:pt x="2738341" y="1401930"/>
                    <a:pt x="2738341" y="1410873"/>
                  </a:cubicBezTo>
                  <a:cubicBezTo>
                    <a:pt x="2738341" y="1419817"/>
                    <a:pt x="2791002" y="1426525"/>
                    <a:pt x="2861215" y="1426525"/>
                  </a:cubicBezTo>
                  <a:cubicBezTo>
                    <a:pt x="2931429" y="1426525"/>
                    <a:pt x="2984090" y="1419817"/>
                    <a:pt x="2984090" y="1410873"/>
                  </a:cubicBezTo>
                  <a:cubicBezTo>
                    <a:pt x="2984090" y="1401930"/>
                    <a:pt x="2931429" y="1395222"/>
                    <a:pt x="2861215" y="1395222"/>
                  </a:cubicBezTo>
                  <a:close/>
                  <a:moveTo>
                    <a:pt x="5599556" y="1395222"/>
                  </a:moveTo>
                  <a:cubicBezTo>
                    <a:pt x="5529343" y="1395222"/>
                    <a:pt x="5476683" y="1401930"/>
                    <a:pt x="5476683" y="1410873"/>
                  </a:cubicBezTo>
                  <a:cubicBezTo>
                    <a:pt x="5476683" y="1419817"/>
                    <a:pt x="5529343" y="1426525"/>
                    <a:pt x="5599556" y="1426525"/>
                  </a:cubicBezTo>
                  <a:cubicBezTo>
                    <a:pt x="5669771" y="1426525"/>
                    <a:pt x="5722431" y="1419817"/>
                    <a:pt x="5722431" y="1410873"/>
                  </a:cubicBezTo>
                  <a:cubicBezTo>
                    <a:pt x="5722431" y="1401930"/>
                    <a:pt x="5669771" y="1395222"/>
                    <a:pt x="5599556" y="1395222"/>
                  </a:cubicBezTo>
                  <a:close/>
                  <a:moveTo>
                    <a:pt x="8337898" y="1395222"/>
                  </a:moveTo>
                  <a:cubicBezTo>
                    <a:pt x="8267684" y="1395222"/>
                    <a:pt x="8215023" y="1401930"/>
                    <a:pt x="8215023" y="1410873"/>
                  </a:cubicBezTo>
                  <a:cubicBezTo>
                    <a:pt x="8215023" y="1419817"/>
                    <a:pt x="8267684" y="1426525"/>
                    <a:pt x="8337898" y="1426525"/>
                  </a:cubicBezTo>
                  <a:cubicBezTo>
                    <a:pt x="8408112" y="1426525"/>
                    <a:pt x="8460773" y="1419817"/>
                    <a:pt x="8460773" y="1410873"/>
                  </a:cubicBezTo>
                  <a:cubicBezTo>
                    <a:pt x="8460773" y="1401930"/>
                    <a:pt x="8408112" y="1395222"/>
                    <a:pt x="8337898" y="1395222"/>
                  </a:cubicBezTo>
                  <a:close/>
                  <a:moveTo>
                    <a:pt x="11076239" y="1395222"/>
                  </a:moveTo>
                  <a:cubicBezTo>
                    <a:pt x="11006025" y="1395222"/>
                    <a:pt x="10953365" y="1401930"/>
                    <a:pt x="10953365" y="1410873"/>
                  </a:cubicBezTo>
                  <a:cubicBezTo>
                    <a:pt x="10953365" y="1419817"/>
                    <a:pt x="11006025" y="1426525"/>
                    <a:pt x="11076239" y="1426525"/>
                  </a:cubicBezTo>
                  <a:cubicBezTo>
                    <a:pt x="11146454" y="1426525"/>
                    <a:pt x="11199113" y="1419817"/>
                    <a:pt x="11199113" y="1410873"/>
                  </a:cubicBezTo>
                  <a:cubicBezTo>
                    <a:pt x="11199113" y="1401930"/>
                    <a:pt x="11146454" y="1395222"/>
                    <a:pt x="11076239" y="1395222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57300" y="839981"/>
            <a:ext cx="16002000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Methods of Pollination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40484" y="3762765"/>
            <a:ext cx="10807033" cy="330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4"/>
              </a:lnSpc>
            </a:pPr>
            <a:r>
              <a:rPr lang="en-US" sz="3499" b="1" spc="-3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Choose a sp</a:t>
            </a:r>
            <a:r>
              <a:rPr lang="en-US" sz="3499" b="1" u="none" strike="noStrike" spc="-3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ecific plant or flower species.</a:t>
            </a:r>
          </a:p>
          <a:p>
            <a:pPr algn="ctr">
              <a:lnSpc>
                <a:spcPts val="4374"/>
              </a:lnSpc>
            </a:pPr>
            <a:r>
              <a:rPr lang="en-US" sz="3499" b="1" u="none" strike="noStrike" spc="-3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Research and identify its pollination method</a:t>
            </a:r>
          </a:p>
          <a:p>
            <a:pPr algn="ctr">
              <a:lnSpc>
                <a:spcPts val="4374"/>
              </a:lnSpc>
            </a:pPr>
            <a:r>
              <a:rPr lang="en-US" sz="3499" b="1" u="none" strike="noStrike" spc="-3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(e.g., insect, wind, water). </a:t>
            </a:r>
          </a:p>
          <a:p>
            <a:pPr algn="ctr">
              <a:lnSpc>
                <a:spcPts val="4374"/>
              </a:lnSpc>
            </a:pPr>
            <a:endParaRPr lang="en-US" sz="3499" b="1" u="none" strike="noStrike" spc="-34">
              <a:solidFill>
                <a:srgbClr val="00000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algn="ctr">
              <a:lnSpc>
                <a:spcPts val="4374"/>
              </a:lnSpc>
            </a:pPr>
            <a:r>
              <a:rPr lang="en-US" sz="3499" b="1" u="none" strike="noStrike" spc="-34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Describe the plant’s unique features and adaptations for attracting pollinators, such as: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70002" y="-86982"/>
            <a:ext cx="18628003" cy="2594635"/>
            <a:chOff x="0" y="0"/>
            <a:chExt cx="4906141" cy="6833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06141" cy="683361"/>
            </a:xfrm>
            <a:custGeom>
              <a:avLst/>
              <a:gdLst/>
              <a:ahLst/>
              <a:cxnLst/>
              <a:rect l="l" t="t" r="r" b="b"/>
              <a:pathLst>
                <a:path w="4906141" h="683361">
                  <a:moveTo>
                    <a:pt x="0" y="0"/>
                  </a:moveTo>
                  <a:lnTo>
                    <a:pt x="4906141" y="0"/>
                  </a:lnTo>
                  <a:lnTo>
                    <a:pt x="4906141" y="683361"/>
                  </a:lnTo>
                  <a:lnTo>
                    <a:pt x="0" y="683361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906141" cy="692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28219" y="7712716"/>
            <a:ext cx="1905000" cy="762000"/>
            <a:chOff x="0" y="0"/>
            <a:chExt cx="10160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812800" y="0"/>
                  </a:moveTo>
                  <a:cubicBezTo>
                    <a:pt x="925024" y="0"/>
                    <a:pt x="1016000" y="90976"/>
                    <a:pt x="1016000" y="203200"/>
                  </a:cubicBezTo>
                  <a:cubicBezTo>
                    <a:pt x="1016000" y="315424"/>
                    <a:pt x="925024" y="406400"/>
                    <a:pt x="812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0160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50"/>
                </a:lnSpc>
              </a:pPr>
              <a:r>
                <a:rPr lang="en-US" sz="2600" b="1" spc="-26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Colour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14194" y="7712716"/>
            <a:ext cx="3261672" cy="762000"/>
            <a:chOff x="0" y="0"/>
            <a:chExt cx="1739558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9559" cy="406400"/>
            </a:xfrm>
            <a:custGeom>
              <a:avLst/>
              <a:gdLst/>
              <a:ahLst/>
              <a:cxnLst/>
              <a:rect l="l" t="t" r="r" b="b"/>
              <a:pathLst>
                <a:path w="1739559" h="406400">
                  <a:moveTo>
                    <a:pt x="1536358" y="0"/>
                  </a:moveTo>
                  <a:cubicBezTo>
                    <a:pt x="1648583" y="0"/>
                    <a:pt x="1739559" y="90976"/>
                    <a:pt x="1739559" y="203200"/>
                  </a:cubicBezTo>
                  <a:cubicBezTo>
                    <a:pt x="1739559" y="315424"/>
                    <a:pt x="1648583" y="406400"/>
                    <a:pt x="15363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39558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50"/>
                </a:lnSpc>
                <a:spcBef>
                  <a:spcPct val="0"/>
                </a:spcBef>
              </a:pPr>
              <a:r>
                <a:rPr lang="en-US" sz="2600" b="1" u="none" strike="noStrike" spc="-26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Flower Structure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54781" y="7712716"/>
            <a:ext cx="1905000" cy="762000"/>
            <a:chOff x="0" y="0"/>
            <a:chExt cx="10160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812800" y="0"/>
                  </a:moveTo>
                  <a:cubicBezTo>
                    <a:pt x="925024" y="0"/>
                    <a:pt x="1016000" y="90976"/>
                    <a:pt x="1016000" y="203200"/>
                  </a:cubicBezTo>
                  <a:cubicBezTo>
                    <a:pt x="1016000" y="315424"/>
                    <a:pt x="925024" y="406400"/>
                    <a:pt x="812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0160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50"/>
                </a:lnSpc>
                <a:spcBef>
                  <a:spcPct val="0"/>
                </a:spcBef>
              </a:pPr>
              <a:r>
                <a:rPr lang="en-US" sz="2600" b="1" u="none" strike="noStrike" spc="-26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Scent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52726" y="-67614"/>
            <a:ext cx="18793452" cy="2499674"/>
            <a:chOff x="0" y="0"/>
            <a:chExt cx="1079500" cy="1079500"/>
          </a:xfrm>
        </p:grpSpPr>
        <p:sp>
          <p:nvSpPr>
            <p:cNvPr id="16" name="Freeform 16"/>
            <p:cNvSpPr/>
            <p:nvPr/>
          </p:nvSpPr>
          <p:spPr>
            <a:xfrm>
              <a:off x="1290747" y="203201"/>
              <a:ext cx="11199114" cy="1426525"/>
            </a:xfrm>
            <a:custGeom>
              <a:avLst/>
              <a:gdLst/>
              <a:ahLst/>
              <a:cxnLst/>
              <a:rect l="l" t="t" r="r" b="b"/>
              <a:pathLst>
                <a:path w="11199114" h="1426525">
                  <a:moveTo>
                    <a:pt x="122874" y="0"/>
                  </a:moveTo>
                  <a:cubicBezTo>
                    <a:pt x="52660" y="0"/>
                    <a:pt x="0" y="6708"/>
                    <a:pt x="0" y="15652"/>
                  </a:cubicBezTo>
                  <a:cubicBezTo>
                    <a:pt x="0" y="24595"/>
                    <a:pt x="52660" y="31303"/>
                    <a:pt x="122874" y="31303"/>
                  </a:cubicBezTo>
                  <a:cubicBezTo>
                    <a:pt x="193088" y="31303"/>
                    <a:pt x="245748" y="24595"/>
                    <a:pt x="245748" y="15652"/>
                  </a:cubicBezTo>
                  <a:cubicBezTo>
                    <a:pt x="245748" y="6708"/>
                    <a:pt x="193088" y="0"/>
                    <a:pt x="122874" y="0"/>
                  </a:cubicBezTo>
                  <a:close/>
                  <a:moveTo>
                    <a:pt x="2861215" y="0"/>
                  </a:moveTo>
                  <a:cubicBezTo>
                    <a:pt x="2791002" y="0"/>
                    <a:pt x="2738341" y="6708"/>
                    <a:pt x="2738341" y="15652"/>
                  </a:cubicBezTo>
                  <a:cubicBezTo>
                    <a:pt x="2738341" y="24595"/>
                    <a:pt x="2791002" y="31303"/>
                    <a:pt x="2861215" y="31303"/>
                  </a:cubicBezTo>
                  <a:cubicBezTo>
                    <a:pt x="2931429" y="31303"/>
                    <a:pt x="2984090" y="24595"/>
                    <a:pt x="2984090" y="15652"/>
                  </a:cubicBezTo>
                  <a:cubicBezTo>
                    <a:pt x="2984090" y="6708"/>
                    <a:pt x="2931429" y="0"/>
                    <a:pt x="2861215" y="0"/>
                  </a:cubicBezTo>
                  <a:close/>
                  <a:moveTo>
                    <a:pt x="5599556" y="0"/>
                  </a:moveTo>
                  <a:cubicBezTo>
                    <a:pt x="5529343" y="0"/>
                    <a:pt x="5476683" y="6708"/>
                    <a:pt x="5476683" y="15652"/>
                  </a:cubicBezTo>
                  <a:cubicBezTo>
                    <a:pt x="5476683" y="24595"/>
                    <a:pt x="5529343" y="31303"/>
                    <a:pt x="5599556" y="31303"/>
                  </a:cubicBezTo>
                  <a:cubicBezTo>
                    <a:pt x="5669771" y="31303"/>
                    <a:pt x="5722431" y="24595"/>
                    <a:pt x="5722431" y="15652"/>
                  </a:cubicBezTo>
                  <a:cubicBezTo>
                    <a:pt x="5722431" y="6708"/>
                    <a:pt x="5669771" y="0"/>
                    <a:pt x="5599556" y="0"/>
                  </a:cubicBezTo>
                  <a:close/>
                  <a:moveTo>
                    <a:pt x="8337898" y="0"/>
                  </a:moveTo>
                  <a:cubicBezTo>
                    <a:pt x="8267684" y="0"/>
                    <a:pt x="8215023" y="6708"/>
                    <a:pt x="8215023" y="15652"/>
                  </a:cubicBezTo>
                  <a:cubicBezTo>
                    <a:pt x="8215023" y="24595"/>
                    <a:pt x="8267684" y="31303"/>
                    <a:pt x="8337898" y="31303"/>
                  </a:cubicBezTo>
                  <a:cubicBezTo>
                    <a:pt x="8408112" y="31303"/>
                    <a:pt x="8460773" y="24595"/>
                    <a:pt x="8460773" y="15652"/>
                  </a:cubicBezTo>
                  <a:cubicBezTo>
                    <a:pt x="8460773" y="6708"/>
                    <a:pt x="8408112" y="0"/>
                    <a:pt x="8337898" y="0"/>
                  </a:cubicBezTo>
                  <a:close/>
                  <a:moveTo>
                    <a:pt x="11076239" y="0"/>
                  </a:moveTo>
                  <a:cubicBezTo>
                    <a:pt x="11006025" y="0"/>
                    <a:pt x="10953365" y="6708"/>
                    <a:pt x="10953365" y="15652"/>
                  </a:cubicBezTo>
                  <a:cubicBezTo>
                    <a:pt x="10953365" y="24595"/>
                    <a:pt x="11006025" y="31303"/>
                    <a:pt x="11076239" y="31303"/>
                  </a:cubicBezTo>
                  <a:cubicBezTo>
                    <a:pt x="11146454" y="31303"/>
                    <a:pt x="11199113" y="24595"/>
                    <a:pt x="11199113" y="15652"/>
                  </a:cubicBezTo>
                  <a:cubicBezTo>
                    <a:pt x="11199113" y="6708"/>
                    <a:pt x="11146454" y="0"/>
                    <a:pt x="11076239" y="0"/>
                  </a:cubicBezTo>
                  <a:close/>
                  <a:moveTo>
                    <a:pt x="122874" y="348806"/>
                  </a:moveTo>
                  <a:cubicBezTo>
                    <a:pt x="52660" y="348806"/>
                    <a:pt x="0" y="355513"/>
                    <a:pt x="0" y="364457"/>
                  </a:cubicBezTo>
                  <a:cubicBezTo>
                    <a:pt x="0" y="373401"/>
                    <a:pt x="52660" y="380109"/>
                    <a:pt x="122874" y="380109"/>
                  </a:cubicBezTo>
                  <a:cubicBezTo>
                    <a:pt x="193088" y="380109"/>
                    <a:pt x="245748" y="373401"/>
                    <a:pt x="245748" y="364457"/>
                  </a:cubicBezTo>
                  <a:cubicBezTo>
                    <a:pt x="245748" y="355513"/>
                    <a:pt x="193088" y="348806"/>
                    <a:pt x="122874" y="348806"/>
                  </a:cubicBezTo>
                  <a:close/>
                  <a:moveTo>
                    <a:pt x="2861215" y="348806"/>
                  </a:moveTo>
                  <a:cubicBezTo>
                    <a:pt x="2791002" y="348806"/>
                    <a:pt x="2738341" y="355513"/>
                    <a:pt x="2738341" y="364457"/>
                  </a:cubicBezTo>
                  <a:cubicBezTo>
                    <a:pt x="2738341" y="373401"/>
                    <a:pt x="2791002" y="380109"/>
                    <a:pt x="2861215" y="380109"/>
                  </a:cubicBezTo>
                  <a:cubicBezTo>
                    <a:pt x="2931429" y="380109"/>
                    <a:pt x="2984090" y="373401"/>
                    <a:pt x="2984090" y="364457"/>
                  </a:cubicBezTo>
                  <a:cubicBezTo>
                    <a:pt x="2984090" y="355513"/>
                    <a:pt x="2931429" y="348806"/>
                    <a:pt x="2861215" y="348806"/>
                  </a:cubicBezTo>
                  <a:close/>
                  <a:moveTo>
                    <a:pt x="5599556" y="348806"/>
                  </a:moveTo>
                  <a:cubicBezTo>
                    <a:pt x="5529343" y="348806"/>
                    <a:pt x="5476683" y="355513"/>
                    <a:pt x="5476683" y="364457"/>
                  </a:cubicBezTo>
                  <a:cubicBezTo>
                    <a:pt x="5476683" y="373401"/>
                    <a:pt x="5529343" y="380109"/>
                    <a:pt x="5599556" y="380109"/>
                  </a:cubicBezTo>
                  <a:cubicBezTo>
                    <a:pt x="5669771" y="380109"/>
                    <a:pt x="5722431" y="373401"/>
                    <a:pt x="5722431" y="364457"/>
                  </a:cubicBezTo>
                  <a:cubicBezTo>
                    <a:pt x="5722431" y="355513"/>
                    <a:pt x="5669771" y="348806"/>
                    <a:pt x="5599556" y="348806"/>
                  </a:cubicBezTo>
                  <a:close/>
                  <a:moveTo>
                    <a:pt x="8337898" y="348806"/>
                  </a:moveTo>
                  <a:cubicBezTo>
                    <a:pt x="8267684" y="348806"/>
                    <a:pt x="8215023" y="355513"/>
                    <a:pt x="8215023" y="364457"/>
                  </a:cubicBezTo>
                  <a:cubicBezTo>
                    <a:pt x="8215023" y="373401"/>
                    <a:pt x="8267684" y="380109"/>
                    <a:pt x="8337898" y="380109"/>
                  </a:cubicBezTo>
                  <a:cubicBezTo>
                    <a:pt x="8408112" y="380109"/>
                    <a:pt x="8460773" y="373401"/>
                    <a:pt x="8460773" y="364457"/>
                  </a:cubicBezTo>
                  <a:cubicBezTo>
                    <a:pt x="8460773" y="355513"/>
                    <a:pt x="8408112" y="348806"/>
                    <a:pt x="8337898" y="348806"/>
                  </a:cubicBezTo>
                  <a:close/>
                  <a:moveTo>
                    <a:pt x="11076239" y="348806"/>
                  </a:moveTo>
                  <a:cubicBezTo>
                    <a:pt x="11006025" y="348806"/>
                    <a:pt x="10953365" y="355513"/>
                    <a:pt x="10953365" y="364457"/>
                  </a:cubicBezTo>
                  <a:cubicBezTo>
                    <a:pt x="10953365" y="373401"/>
                    <a:pt x="11006025" y="380109"/>
                    <a:pt x="11076239" y="380109"/>
                  </a:cubicBezTo>
                  <a:cubicBezTo>
                    <a:pt x="11146454" y="380109"/>
                    <a:pt x="11199113" y="373401"/>
                    <a:pt x="11199113" y="364457"/>
                  </a:cubicBezTo>
                  <a:cubicBezTo>
                    <a:pt x="11199113" y="355513"/>
                    <a:pt x="11146454" y="348806"/>
                    <a:pt x="11076239" y="348806"/>
                  </a:cubicBezTo>
                  <a:close/>
                  <a:moveTo>
                    <a:pt x="122874" y="697611"/>
                  </a:moveTo>
                  <a:cubicBezTo>
                    <a:pt x="52660" y="697611"/>
                    <a:pt x="0" y="704319"/>
                    <a:pt x="0" y="713262"/>
                  </a:cubicBezTo>
                  <a:cubicBezTo>
                    <a:pt x="0" y="722206"/>
                    <a:pt x="52660" y="728914"/>
                    <a:pt x="122874" y="728914"/>
                  </a:cubicBezTo>
                  <a:cubicBezTo>
                    <a:pt x="193088" y="728914"/>
                    <a:pt x="245748" y="722206"/>
                    <a:pt x="245748" y="713262"/>
                  </a:cubicBezTo>
                  <a:cubicBezTo>
                    <a:pt x="245748" y="704319"/>
                    <a:pt x="193088" y="697611"/>
                    <a:pt x="122874" y="697611"/>
                  </a:cubicBezTo>
                  <a:close/>
                  <a:moveTo>
                    <a:pt x="2861215" y="697611"/>
                  </a:moveTo>
                  <a:cubicBezTo>
                    <a:pt x="2791002" y="697611"/>
                    <a:pt x="2738341" y="704319"/>
                    <a:pt x="2738341" y="713262"/>
                  </a:cubicBezTo>
                  <a:cubicBezTo>
                    <a:pt x="2738341" y="722206"/>
                    <a:pt x="2791002" y="728914"/>
                    <a:pt x="2861215" y="728914"/>
                  </a:cubicBezTo>
                  <a:cubicBezTo>
                    <a:pt x="2931429" y="728914"/>
                    <a:pt x="2984090" y="722206"/>
                    <a:pt x="2984090" y="713262"/>
                  </a:cubicBezTo>
                  <a:cubicBezTo>
                    <a:pt x="2984090" y="704319"/>
                    <a:pt x="2931429" y="697611"/>
                    <a:pt x="2861215" y="697611"/>
                  </a:cubicBezTo>
                  <a:close/>
                  <a:moveTo>
                    <a:pt x="5599556" y="697611"/>
                  </a:moveTo>
                  <a:cubicBezTo>
                    <a:pt x="5529343" y="697611"/>
                    <a:pt x="5476683" y="704319"/>
                    <a:pt x="5476683" y="713262"/>
                  </a:cubicBezTo>
                  <a:cubicBezTo>
                    <a:pt x="5476683" y="722206"/>
                    <a:pt x="5529343" y="728914"/>
                    <a:pt x="5599556" y="728914"/>
                  </a:cubicBezTo>
                  <a:cubicBezTo>
                    <a:pt x="5669771" y="728914"/>
                    <a:pt x="5722431" y="722206"/>
                    <a:pt x="5722431" y="713262"/>
                  </a:cubicBezTo>
                  <a:cubicBezTo>
                    <a:pt x="5722431" y="704319"/>
                    <a:pt x="5669771" y="697611"/>
                    <a:pt x="5599556" y="697611"/>
                  </a:cubicBezTo>
                  <a:close/>
                  <a:moveTo>
                    <a:pt x="8337898" y="697611"/>
                  </a:moveTo>
                  <a:cubicBezTo>
                    <a:pt x="8267684" y="697611"/>
                    <a:pt x="8215023" y="704319"/>
                    <a:pt x="8215023" y="713262"/>
                  </a:cubicBezTo>
                  <a:cubicBezTo>
                    <a:pt x="8215023" y="722206"/>
                    <a:pt x="8267684" y="728914"/>
                    <a:pt x="8337898" y="728914"/>
                  </a:cubicBezTo>
                  <a:cubicBezTo>
                    <a:pt x="8408112" y="728914"/>
                    <a:pt x="8460773" y="722206"/>
                    <a:pt x="8460773" y="713262"/>
                  </a:cubicBezTo>
                  <a:cubicBezTo>
                    <a:pt x="8460773" y="704319"/>
                    <a:pt x="8408112" y="697611"/>
                    <a:pt x="8337898" y="697611"/>
                  </a:cubicBezTo>
                  <a:close/>
                  <a:moveTo>
                    <a:pt x="11076239" y="697611"/>
                  </a:moveTo>
                  <a:cubicBezTo>
                    <a:pt x="11006025" y="697611"/>
                    <a:pt x="10953365" y="704319"/>
                    <a:pt x="10953365" y="713262"/>
                  </a:cubicBezTo>
                  <a:cubicBezTo>
                    <a:pt x="10953365" y="722206"/>
                    <a:pt x="11006025" y="728914"/>
                    <a:pt x="11076239" y="728914"/>
                  </a:cubicBezTo>
                  <a:cubicBezTo>
                    <a:pt x="11146454" y="728914"/>
                    <a:pt x="11199113" y="722206"/>
                    <a:pt x="11199113" y="713262"/>
                  </a:cubicBezTo>
                  <a:cubicBezTo>
                    <a:pt x="11199113" y="704319"/>
                    <a:pt x="11146454" y="697611"/>
                    <a:pt x="11076239" y="697611"/>
                  </a:cubicBezTo>
                  <a:close/>
                  <a:moveTo>
                    <a:pt x="122874" y="1046416"/>
                  </a:moveTo>
                  <a:cubicBezTo>
                    <a:pt x="52660" y="1046416"/>
                    <a:pt x="0" y="1053124"/>
                    <a:pt x="0" y="1062068"/>
                  </a:cubicBezTo>
                  <a:cubicBezTo>
                    <a:pt x="0" y="1071012"/>
                    <a:pt x="52660" y="1077719"/>
                    <a:pt x="122874" y="1077719"/>
                  </a:cubicBezTo>
                  <a:cubicBezTo>
                    <a:pt x="193088" y="1077719"/>
                    <a:pt x="245748" y="1071012"/>
                    <a:pt x="245748" y="1062068"/>
                  </a:cubicBezTo>
                  <a:cubicBezTo>
                    <a:pt x="245748" y="1053124"/>
                    <a:pt x="193088" y="1046416"/>
                    <a:pt x="122874" y="1046416"/>
                  </a:cubicBezTo>
                  <a:close/>
                  <a:moveTo>
                    <a:pt x="2861215" y="1046416"/>
                  </a:moveTo>
                  <a:cubicBezTo>
                    <a:pt x="2791002" y="1046416"/>
                    <a:pt x="2738341" y="1053124"/>
                    <a:pt x="2738341" y="1062068"/>
                  </a:cubicBezTo>
                  <a:cubicBezTo>
                    <a:pt x="2738341" y="1071012"/>
                    <a:pt x="2791002" y="1077719"/>
                    <a:pt x="2861215" y="1077719"/>
                  </a:cubicBezTo>
                  <a:cubicBezTo>
                    <a:pt x="2931429" y="1077719"/>
                    <a:pt x="2984090" y="1071012"/>
                    <a:pt x="2984090" y="1062068"/>
                  </a:cubicBezTo>
                  <a:cubicBezTo>
                    <a:pt x="2984090" y="1053124"/>
                    <a:pt x="2931429" y="1046416"/>
                    <a:pt x="2861215" y="1046416"/>
                  </a:cubicBezTo>
                  <a:close/>
                  <a:moveTo>
                    <a:pt x="5599556" y="1046416"/>
                  </a:moveTo>
                  <a:cubicBezTo>
                    <a:pt x="5529343" y="1046416"/>
                    <a:pt x="5476683" y="1053124"/>
                    <a:pt x="5476683" y="1062068"/>
                  </a:cubicBezTo>
                  <a:cubicBezTo>
                    <a:pt x="5476683" y="1071012"/>
                    <a:pt x="5529343" y="1077719"/>
                    <a:pt x="5599556" y="1077719"/>
                  </a:cubicBezTo>
                  <a:cubicBezTo>
                    <a:pt x="5669771" y="1077719"/>
                    <a:pt x="5722431" y="1071012"/>
                    <a:pt x="5722431" y="1062068"/>
                  </a:cubicBezTo>
                  <a:cubicBezTo>
                    <a:pt x="5722431" y="1053124"/>
                    <a:pt x="5669771" y="1046416"/>
                    <a:pt x="5599556" y="1046416"/>
                  </a:cubicBezTo>
                  <a:close/>
                  <a:moveTo>
                    <a:pt x="8337898" y="1046416"/>
                  </a:moveTo>
                  <a:cubicBezTo>
                    <a:pt x="8267684" y="1046416"/>
                    <a:pt x="8215023" y="1053124"/>
                    <a:pt x="8215023" y="1062068"/>
                  </a:cubicBezTo>
                  <a:cubicBezTo>
                    <a:pt x="8215023" y="1071012"/>
                    <a:pt x="8267684" y="1077719"/>
                    <a:pt x="8337898" y="1077719"/>
                  </a:cubicBezTo>
                  <a:cubicBezTo>
                    <a:pt x="8408112" y="1077719"/>
                    <a:pt x="8460773" y="1071012"/>
                    <a:pt x="8460773" y="1062068"/>
                  </a:cubicBezTo>
                  <a:cubicBezTo>
                    <a:pt x="8460773" y="1053124"/>
                    <a:pt x="8408112" y="1046416"/>
                    <a:pt x="8337898" y="1046416"/>
                  </a:cubicBezTo>
                  <a:close/>
                  <a:moveTo>
                    <a:pt x="11076239" y="1046416"/>
                  </a:moveTo>
                  <a:cubicBezTo>
                    <a:pt x="11006025" y="1046416"/>
                    <a:pt x="10953365" y="1053124"/>
                    <a:pt x="10953365" y="1062068"/>
                  </a:cubicBezTo>
                  <a:cubicBezTo>
                    <a:pt x="10953365" y="1071012"/>
                    <a:pt x="11006025" y="1077719"/>
                    <a:pt x="11076239" y="1077719"/>
                  </a:cubicBezTo>
                  <a:cubicBezTo>
                    <a:pt x="11146454" y="1077719"/>
                    <a:pt x="11199113" y="1071012"/>
                    <a:pt x="11199113" y="1062068"/>
                  </a:cubicBezTo>
                  <a:cubicBezTo>
                    <a:pt x="11199113" y="1053124"/>
                    <a:pt x="11146454" y="1046416"/>
                    <a:pt x="11076239" y="1046416"/>
                  </a:cubicBezTo>
                  <a:close/>
                  <a:moveTo>
                    <a:pt x="122874" y="1395222"/>
                  </a:moveTo>
                  <a:cubicBezTo>
                    <a:pt x="52660" y="1395222"/>
                    <a:pt x="0" y="1401930"/>
                    <a:pt x="0" y="1410873"/>
                  </a:cubicBezTo>
                  <a:cubicBezTo>
                    <a:pt x="0" y="1419817"/>
                    <a:pt x="52660" y="1426525"/>
                    <a:pt x="122874" y="1426525"/>
                  </a:cubicBezTo>
                  <a:cubicBezTo>
                    <a:pt x="193088" y="1426525"/>
                    <a:pt x="245748" y="1419817"/>
                    <a:pt x="245748" y="1410873"/>
                  </a:cubicBezTo>
                  <a:cubicBezTo>
                    <a:pt x="245748" y="1401930"/>
                    <a:pt x="193088" y="1395222"/>
                    <a:pt x="122874" y="1395222"/>
                  </a:cubicBezTo>
                  <a:close/>
                  <a:moveTo>
                    <a:pt x="2861215" y="1395222"/>
                  </a:moveTo>
                  <a:cubicBezTo>
                    <a:pt x="2791002" y="1395222"/>
                    <a:pt x="2738341" y="1401930"/>
                    <a:pt x="2738341" y="1410873"/>
                  </a:cubicBezTo>
                  <a:cubicBezTo>
                    <a:pt x="2738341" y="1419817"/>
                    <a:pt x="2791002" y="1426525"/>
                    <a:pt x="2861215" y="1426525"/>
                  </a:cubicBezTo>
                  <a:cubicBezTo>
                    <a:pt x="2931429" y="1426525"/>
                    <a:pt x="2984090" y="1419817"/>
                    <a:pt x="2984090" y="1410873"/>
                  </a:cubicBezTo>
                  <a:cubicBezTo>
                    <a:pt x="2984090" y="1401930"/>
                    <a:pt x="2931429" y="1395222"/>
                    <a:pt x="2861215" y="1395222"/>
                  </a:cubicBezTo>
                  <a:close/>
                  <a:moveTo>
                    <a:pt x="5599556" y="1395222"/>
                  </a:moveTo>
                  <a:cubicBezTo>
                    <a:pt x="5529343" y="1395222"/>
                    <a:pt x="5476683" y="1401930"/>
                    <a:pt x="5476683" y="1410873"/>
                  </a:cubicBezTo>
                  <a:cubicBezTo>
                    <a:pt x="5476683" y="1419817"/>
                    <a:pt x="5529343" y="1426525"/>
                    <a:pt x="5599556" y="1426525"/>
                  </a:cubicBezTo>
                  <a:cubicBezTo>
                    <a:pt x="5669771" y="1426525"/>
                    <a:pt x="5722431" y="1419817"/>
                    <a:pt x="5722431" y="1410873"/>
                  </a:cubicBezTo>
                  <a:cubicBezTo>
                    <a:pt x="5722431" y="1401930"/>
                    <a:pt x="5669771" y="1395222"/>
                    <a:pt x="5599556" y="1395222"/>
                  </a:cubicBezTo>
                  <a:close/>
                  <a:moveTo>
                    <a:pt x="8337898" y="1395222"/>
                  </a:moveTo>
                  <a:cubicBezTo>
                    <a:pt x="8267684" y="1395222"/>
                    <a:pt x="8215023" y="1401930"/>
                    <a:pt x="8215023" y="1410873"/>
                  </a:cubicBezTo>
                  <a:cubicBezTo>
                    <a:pt x="8215023" y="1419817"/>
                    <a:pt x="8267684" y="1426525"/>
                    <a:pt x="8337898" y="1426525"/>
                  </a:cubicBezTo>
                  <a:cubicBezTo>
                    <a:pt x="8408112" y="1426525"/>
                    <a:pt x="8460773" y="1419817"/>
                    <a:pt x="8460773" y="1410873"/>
                  </a:cubicBezTo>
                  <a:cubicBezTo>
                    <a:pt x="8460773" y="1401930"/>
                    <a:pt x="8408112" y="1395222"/>
                    <a:pt x="8337898" y="1395222"/>
                  </a:cubicBezTo>
                  <a:close/>
                  <a:moveTo>
                    <a:pt x="11076239" y="1395222"/>
                  </a:moveTo>
                  <a:cubicBezTo>
                    <a:pt x="11006025" y="1395222"/>
                    <a:pt x="10953365" y="1401930"/>
                    <a:pt x="10953365" y="1410873"/>
                  </a:cubicBezTo>
                  <a:cubicBezTo>
                    <a:pt x="10953365" y="1419817"/>
                    <a:pt x="11006025" y="1426525"/>
                    <a:pt x="11076239" y="1426525"/>
                  </a:cubicBezTo>
                  <a:cubicBezTo>
                    <a:pt x="11146454" y="1426525"/>
                    <a:pt x="11199113" y="1419817"/>
                    <a:pt x="11199113" y="1410873"/>
                  </a:cubicBezTo>
                  <a:cubicBezTo>
                    <a:pt x="11199113" y="1401930"/>
                    <a:pt x="11146454" y="1395222"/>
                    <a:pt x="11076239" y="1395222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57300" y="839981"/>
            <a:ext cx="1600200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Be a Pollination Expert!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002" y="-86982"/>
            <a:ext cx="18628003" cy="2594635"/>
            <a:chOff x="0" y="0"/>
            <a:chExt cx="4906141" cy="6833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6141" cy="683361"/>
            </a:xfrm>
            <a:custGeom>
              <a:avLst/>
              <a:gdLst/>
              <a:ahLst/>
              <a:cxnLst/>
              <a:rect l="l" t="t" r="r" b="b"/>
              <a:pathLst>
                <a:path w="4906141" h="683361">
                  <a:moveTo>
                    <a:pt x="0" y="0"/>
                  </a:moveTo>
                  <a:lnTo>
                    <a:pt x="4906141" y="0"/>
                  </a:lnTo>
                  <a:lnTo>
                    <a:pt x="4906141" y="683361"/>
                  </a:lnTo>
                  <a:lnTo>
                    <a:pt x="0" y="683361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906141" cy="692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3319" y="3280479"/>
            <a:ext cx="9530479" cy="1893652"/>
            <a:chOff x="0" y="0"/>
            <a:chExt cx="12707306" cy="2524869"/>
          </a:xfrm>
        </p:grpSpPr>
        <p:sp>
          <p:nvSpPr>
            <p:cNvPr id="6" name="AutoShape 6"/>
            <p:cNvSpPr/>
            <p:nvPr/>
          </p:nvSpPr>
          <p:spPr>
            <a:xfrm flipH="1" flipV="1">
              <a:off x="6325556" y="0"/>
              <a:ext cx="0" cy="2484028"/>
            </a:xfrm>
            <a:prstGeom prst="line">
              <a:avLst/>
            </a:prstGeom>
            <a:ln w="38100" cap="flat">
              <a:solidFill>
                <a:srgbClr val="00000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0" y="2505819"/>
              <a:ext cx="12707306" cy="0"/>
            </a:xfrm>
            <a:prstGeom prst="line">
              <a:avLst/>
            </a:prstGeom>
            <a:ln w="38100" cap="flat">
              <a:solidFill>
                <a:srgbClr val="00000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73319" y="3296822"/>
            <a:ext cx="4000500" cy="762000"/>
            <a:chOff x="0" y="0"/>
            <a:chExt cx="21336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3600" cy="406400"/>
            </a:xfrm>
            <a:custGeom>
              <a:avLst/>
              <a:gdLst/>
              <a:ahLst/>
              <a:cxnLst/>
              <a:rect l="l" t="t" r="r" b="b"/>
              <a:pathLst>
                <a:path w="2133600" h="406400">
                  <a:moveTo>
                    <a:pt x="1930400" y="0"/>
                  </a:moveTo>
                  <a:cubicBezTo>
                    <a:pt x="2042624" y="0"/>
                    <a:pt x="2133600" y="90976"/>
                    <a:pt x="2133600" y="203200"/>
                  </a:cubicBezTo>
                  <a:cubicBezTo>
                    <a:pt x="2133600" y="315424"/>
                    <a:pt x="2042624" y="406400"/>
                    <a:pt x="19304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336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</a:pPr>
              <a:r>
                <a:rPr lang="en-US" sz="2400" b="1" spc="-24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Plant or Flower Species: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303298" y="3296822"/>
            <a:ext cx="4000500" cy="762000"/>
            <a:chOff x="0" y="0"/>
            <a:chExt cx="21336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33600" cy="406400"/>
            </a:xfrm>
            <a:custGeom>
              <a:avLst/>
              <a:gdLst/>
              <a:ahLst/>
              <a:cxnLst/>
              <a:rect l="l" t="t" r="r" b="b"/>
              <a:pathLst>
                <a:path w="2133600" h="406400">
                  <a:moveTo>
                    <a:pt x="1930400" y="0"/>
                  </a:moveTo>
                  <a:cubicBezTo>
                    <a:pt x="2042624" y="0"/>
                    <a:pt x="2133600" y="90976"/>
                    <a:pt x="2133600" y="203200"/>
                  </a:cubicBezTo>
                  <a:cubicBezTo>
                    <a:pt x="2133600" y="315424"/>
                    <a:pt x="2042624" y="406400"/>
                    <a:pt x="19304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1336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</a:pPr>
              <a:r>
                <a:rPr lang="en-US" sz="2400" b="1" spc="-24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Pollination Method: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3319" y="6307606"/>
            <a:ext cx="9530479" cy="3220363"/>
            <a:chOff x="0" y="0"/>
            <a:chExt cx="12707306" cy="4293818"/>
          </a:xfrm>
        </p:grpSpPr>
        <p:sp>
          <p:nvSpPr>
            <p:cNvPr id="15" name="AutoShape 15"/>
            <p:cNvSpPr/>
            <p:nvPr/>
          </p:nvSpPr>
          <p:spPr>
            <a:xfrm flipV="1">
              <a:off x="4172421" y="0"/>
              <a:ext cx="0" cy="4274768"/>
            </a:xfrm>
            <a:prstGeom prst="line">
              <a:avLst/>
            </a:prstGeom>
            <a:ln w="38100" cap="flat">
              <a:solidFill>
                <a:srgbClr val="00000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/>
            <p:cNvSpPr/>
            <p:nvPr/>
          </p:nvSpPr>
          <p:spPr>
            <a:xfrm flipH="1" flipV="1">
              <a:off x="8528993" y="0"/>
              <a:ext cx="0" cy="4274768"/>
            </a:xfrm>
            <a:prstGeom prst="line">
              <a:avLst/>
            </a:prstGeom>
            <a:ln w="38100" cap="flat">
              <a:solidFill>
                <a:srgbClr val="00000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 flipH="1">
              <a:off x="0" y="4274768"/>
              <a:ext cx="12707306" cy="0"/>
            </a:xfrm>
            <a:prstGeom prst="line">
              <a:avLst/>
            </a:prstGeom>
            <a:ln w="38100" cap="flat">
              <a:solidFill>
                <a:srgbClr val="00000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73319" y="5545606"/>
            <a:ext cx="9530479" cy="762000"/>
            <a:chOff x="0" y="0"/>
            <a:chExt cx="5082922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922" cy="406400"/>
            </a:xfrm>
            <a:custGeom>
              <a:avLst/>
              <a:gdLst/>
              <a:ahLst/>
              <a:cxnLst/>
              <a:rect l="l" t="t" r="r" b="b"/>
              <a:pathLst>
                <a:path w="5082922" h="406400">
                  <a:moveTo>
                    <a:pt x="4879722" y="0"/>
                  </a:moveTo>
                  <a:cubicBezTo>
                    <a:pt x="4991946" y="0"/>
                    <a:pt x="5082922" y="90976"/>
                    <a:pt x="5082922" y="203200"/>
                  </a:cubicBezTo>
                  <a:cubicBezTo>
                    <a:pt x="5082922" y="315424"/>
                    <a:pt x="4991946" y="406400"/>
                    <a:pt x="48797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5082922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</a:pPr>
              <a:r>
                <a:rPr lang="en-US" sz="2400" b="1" spc="-24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Unique Features Supporting Pollination Method: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077116" y="3296822"/>
            <a:ext cx="6437565" cy="6216859"/>
            <a:chOff x="0" y="0"/>
            <a:chExt cx="1506471" cy="14548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06471" cy="1454823"/>
            </a:xfrm>
            <a:custGeom>
              <a:avLst/>
              <a:gdLst/>
              <a:ahLst/>
              <a:cxnLst/>
              <a:rect l="l" t="t" r="r" b="b"/>
              <a:pathLst>
                <a:path w="1506471" h="1454823">
                  <a:moveTo>
                    <a:pt x="48105" y="0"/>
                  </a:moveTo>
                  <a:lnTo>
                    <a:pt x="1458367" y="0"/>
                  </a:lnTo>
                  <a:cubicBezTo>
                    <a:pt x="1471125" y="0"/>
                    <a:pt x="1483360" y="5068"/>
                    <a:pt x="1492382" y="14090"/>
                  </a:cubicBezTo>
                  <a:cubicBezTo>
                    <a:pt x="1501403" y="23111"/>
                    <a:pt x="1506471" y="35347"/>
                    <a:pt x="1506471" y="48105"/>
                  </a:cubicBezTo>
                  <a:lnTo>
                    <a:pt x="1506471" y="1406719"/>
                  </a:lnTo>
                  <a:cubicBezTo>
                    <a:pt x="1506471" y="1419477"/>
                    <a:pt x="1501403" y="1431712"/>
                    <a:pt x="1492382" y="1440734"/>
                  </a:cubicBezTo>
                  <a:cubicBezTo>
                    <a:pt x="1483360" y="1449755"/>
                    <a:pt x="1471125" y="1454823"/>
                    <a:pt x="1458367" y="1454823"/>
                  </a:cubicBezTo>
                  <a:lnTo>
                    <a:pt x="48105" y="1454823"/>
                  </a:lnTo>
                  <a:cubicBezTo>
                    <a:pt x="35347" y="1454823"/>
                    <a:pt x="23111" y="1449755"/>
                    <a:pt x="14090" y="1440734"/>
                  </a:cubicBezTo>
                  <a:cubicBezTo>
                    <a:pt x="5068" y="1431712"/>
                    <a:pt x="0" y="1419477"/>
                    <a:pt x="0" y="1406719"/>
                  </a:cubicBezTo>
                  <a:lnTo>
                    <a:pt x="0" y="48105"/>
                  </a:lnTo>
                  <a:cubicBezTo>
                    <a:pt x="0" y="35347"/>
                    <a:pt x="5068" y="23111"/>
                    <a:pt x="14090" y="14090"/>
                  </a:cubicBezTo>
                  <a:cubicBezTo>
                    <a:pt x="23111" y="5068"/>
                    <a:pt x="35347" y="0"/>
                    <a:pt x="48105" y="0"/>
                  </a:cubicBezTo>
                  <a:close/>
                </a:path>
              </a:pathLst>
            </a:custGeom>
            <a:blipFill>
              <a:blip r:embed="rId2"/>
              <a:stretch>
                <a:fillRect t="-27276" b="-27276"/>
              </a:stretch>
            </a:blipFill>
            <a:ln w="28575" cap="rnd">
              <a:solidFill>
                <a:srgbClr val="000001"/>
              </a:solidFill>
              <a:prstDash val="solid"/>
              <a:round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-252726" y="-67614"/>
            <a:ext cx="18793452" cy="2499674"/>
            <a:chOff x="0" y="0"/>
            <a:chExt cx="1079500" cy="1079500"/>
          </a:xfrm>
        </p:grpSpPr>
        <p:sp>
          <p:nvSpPr>
            <p:cNvPr id="24" name="Freeform 24"/>
            <p:cNvSpPr/>
            <p:nvPr/>
          </p:nvSpPr>
          <p:spPr>
            <a:xfrm>
              <a:off x="1290747" y="203201"/>
              <a:ext cx="11199114" cy="1426525"/>
            </a:xfrm>
            <a:custGeom>
              <a:avLst/>
              <a:gdLst/>
              <a:ahLst/>
              <a:cxnLst/>
              <a:rect l="l" t="t" r="r" b="b"/>
              <a:pathLst>
                <a:path w="11199114" h="1426525">
                  <a:moveTo>
                    <a:pt x="122874" y="0"/>
                  </a:moveTo>
                  <a:cubicBezTo>
                    <a:pt x="52660" y="0"/>
                    <a:pt x="0" y="6708"/>
                    <a:pt x="0" y="15652"/>
                  </a:cubicBezTo>
                  <a:cubicBezTo>
                    <a:pt x="0" y="24595"/>
                    <a:pt x="52660" y="31303"/>
                    <a:pt x="122874" y="31303"/>
                  </a:cubicBezTo>
                  <a:cubicBezTo>
                    <a:pt x="193088" y="31303"/>
                    <a:pt x="245748" y="24595"/>
                    <a:pt x="245748" y="15652"/>
                  </a:cubicBezTo>
                  <a:cubicBezTo>
                    <a:pt x="245748" y="6708"/>
                    <a:pt x="193088" y="0"/>
                    <a:pt x="122874" y="0"/>
                  </a:cubicBezTo>
                  <a:close/>
                  <a:moveTo>
                    <a:pt x="2861215" y="0"/>
                  </a:moveTo>
                  <a:cubicBezTo>
                    <a:pt x="2791002" y="0"/>
                    <a:pt x="2738341" y="6708"/>
                    <a:pt x="2738341" y="15652"/>
                  </a:cubicBezTo>
                  <a:cubicBezTo>
                    <a:pt x="2738341" y="24595"/>
                    <a:pt x="2791002" y="31303"/>
                    <a:pt x="2861215" y="31303"/>
                  </a:cubicBezTo>
                  <a:cubicBezTo>
                    <a:pt x="2931429" y="31303"/>
                    <a:pt x="2984090" y="24595"/>
                    <a:pt x="2984090" y="15652"/>
                  </a:cubicBezTo>
                  <a:cubicBezTo>
                    <a:pt x="2984090" y="6708"/>
                    <a:pt x="2931429" y="0"/>
                    <a:pt x="2861215" y="0"/>
                  </a:cubicBezTo>
                  <a:close/>
                  <a:moveTo>
                    <a:pt x="5599556" y="0"/>
                  </a:moveTo>
                  <a:cubicBezTo>
                    <a:pt x="5529343" y="0"/>
                    <a:pt x="5476683" y="6708"/>
                    <a:pt x="5476683" y="15652"/>
                  </a:cubicBezTo>
                  <a:cubicBezTo>
                    <a:pt x="5476683" y="24595"/>
                    <a:pt x="5529343" y="31303"/>
                    <a:pt x="5599556" y="31303"/>
                  </a:cubicBezTo>
                  <a:cubicBezTo>
                    <a:pt x="5669771" y="31303"/>
                    <a:pt x="5722431" y="24595"/>
                    <a:pt x="5722431" y="15652"/>
                  </a:cubicBezTo>
                  <a:cubicBezTo>
                    <a:pt x="5722431" y="6708"/>
                    <a:pt x="5669771" y="0"/>
                    <a:pt x="5599556" y="0"/>
                  </a:cubicBezTo>
                  <a:close/>
                  <a:moveTo>
                    <a:pt x="8337898" y="0"/>
                  </a:moveTo>
                  <a:cubicBezTo>
                    <a:pt x="8267684" y="0"/>
                    <a:pt x="8215023" y="6708"/>
                    <a:pt x="8215023" y="15652"/>
                  </a:cubicBezTo>
                  <a:cubicBezTo>
                    <a:pt x="8215023" y="24595"/>
                    <a:pt x="8267684" y="31303"/>
                    <a:pt x="8337898" y="31303"/>
                  </a:cubicBezTo>
                  <a:cubicBezTo>
                    <a:pt x="8408112" y="31303"/>
                    <a:pt x="8460773" y="24595"/>
                    <a:pt x="8460773" y="15652"/>
                  </a:cubicBezTo>
                  <a:cubicBezTo>
                    <a:pt x="8460773" y="6708"/>
                    <a:pt x="8408112" y="0"/>
                    <a:pt x="8337898" y="0"/>
                  </a:cubicBezTo>
                  <a:close/>
                  <a:moveTo>
                    <a:pt x="11076239" y="0"/>
                  </a:moveTo>
                  <a:cubicBezTo>
                    <a:pt x="11006025" y="0"/>
                    <a:pt x="10953365" y="6708"/>
                    <a:pt x="10953365" y="15652"/>
                  </a:cubicBezTo>
                  <a:cubicBezTo>
                    <a:pt x="10953365" y="24595"/>
                    <a:pt x="11006025" y="31303"/>
                    <a:pt x="11076239" y="31303"/>
                  </a:cubicBezTo>
                  <a:cubicBezTo>
                    <a:pt x="11146454" y="31303"/>
                    <a:pt x="11199113" y="24595"/>
                    <a:pt x="11199113" y="15652"/>
                  </a:cubicBezTo>
                  <a:cubicBezTo>
                    <a:pt x="11199113" y="6708"/>
                    <a:pt x="11146454" y="0"/>
                    <a:pt x="11076239" y="0"/>
                  </a:cubicBezTo>
                  <a:close/>
                  <a:moveTo>
                    <a:pt x="122874" y="348806"/>
                  </a:moveTo>
                  <a:cubicBezTo>
                    <a:pt x="52660" y="348806"/>
                    <a:pt x="0" y="355513"/>
                    <a:pt x="0" y="364457"/>
                  </a:cubicBezTo>
                  <a:cubicBezTo>
                    <a:pt x="0" y="373401"/>
                    <a:pt x="52660" y="380109"/>
                    <a:pt x="122874" y="380109"/>
                  </a:cubicBezTo>
                  <a:cubicBezTo>
                    <a:pt x="193088" y="380109"/>
                    <a:pt x="245748" y="373401"/>
                    <a:pt x="245748" y="364457"/>
                  </a:cubicBezTo>
                  <a:cubicBezTo>
                    <a:pt x="245748" y="355513"/>
                    <a:pt x="193088" y="348806"/>
                    <a:pt x="122874" y="348806"/>
                  </a:cubicBezTo>
                  <a:close/>
                  <a:moveTo>
                    <a:pt x="2861215" y="348806"/>
                  </a:moveTo>
                  <a:cubicBezTo>
                    <a:pt x="2791002" y="348806"/>
                    <a:pt x="2738341" y="355513"/>
                    <a:pt x="2738341" y="364457"/>
                  </a:cubicBezTo>
                  <a:cubicBezTo>
                    <a:pt x="2738341" y="373401"/>
                    <a:pt x="2791002" y="380109"/>
                    <a:pt x="2861215" y="380109"/>
                  </a:cubicBezTo>
                  <a:cubicBezTo>
                    <a:pt x="2931429" y="380109"/>
                    <a:pt x="2984090" y="373401"/>
                    <a:pt x="2984090" y="364457"/>
                  </a:cubicBezTo>
                  <a:cubicBezTo>
                    <a:pt x="2984090" y="355513"/>
                    <a:pt x="2931429" y="348806"/>
                    <a:pt x="2861215" y="348806"/>
                  </a:cubicBezTo>
                  <a:close/>
                  <a:moveTo>
                    <a:pt x="5599556" y="348806"/>
                  </a:moveTo>
                  <a:cubicBezTo>
                    <a:pt x="5529343" y="348806"/>
                    <a:pt x="5476683" y="355513"/>
                    <a:pt x="5476683" y="364457"/>
                  </a:cubicBezTo>
                  <a:cubicBezTo>
                    <a:pt x="5476683" y="373401"/>
                    <a:pt x="5529343" y="380109"/>
                    <a:pt x="5599556" y="380109"/>
                  </a:cubicBezTo>
                  <a:cubicBezTo>
                    <a:pt x="5669771" y="380109"/>
                    <a:pt x="5722431" y="373401"/>
                    <a:pt x="5722431" y="364457"/>
                  </a:cubicBezTo>
                  <a:cubicBezTo>
                    <a:pt x="5722431" y="355513"/>
                    <a:pt x="5669771" y="348806"/>
                    <a:pt x="5599556" y="348806"/>
                  </a:cubicBezTo>
                  <a:close/>
                  <a:moveTo>
                    <a:pt x="8337898" y="348806"/>
                  </a:moveTo>
                  <a:cubicBezTo>
                    <a:pt x="8267684" y="348806"/>
                    <a:pt x="8215023" y="355513"/>
                    <a:pt x="8215023" y="364457"/>
                  </a:cubicBezTo>
                  <a:cubicBezTo>
                    <a:pt x="8215023" y="373401"/>
                    <a:pt x="8267684" y="380109"/>
                    <a:pt x="8337898" y="380109"/>
                  </a:cubicBezTo>
                  <a:cubicBezTo>
                    <a:pt x="8408112" y="380109"/>
                    <a:pt x="8460773" y="373401"/>
                    <a:pt x="8460773" y="364457"/>
                  </a:cubicBezTo>
                  <a:cubicBezTo>
                    <a:pt x="8460773" y="355513"/>
                    <a:pt x="8408112" y="348806"/>
                    <a:pt x="8337898" y="348806"/>
                  </a:cubicBezTo>
                  <a:close/>
                  <a:moveTo>
                    <a:pt x="11076239" y="348806"/>
                  </a:moveTo>
                  <a:cubicBezTo>
                    <a:pt x="11006025" y="348806"/>
                    <a:pt x="10953365" y="355513"/>
                    <a:pt x="10953365" y="364457"/>
                  </a:cubicBezTo>
                  <a:cubicBezTo>
                    <a:pt x="10953365" y="373401"/>
                    <a:pt x="11006025" y="380109"/>
                    <a:pt x="11076239" y="380109"/>
                  </a:cubicBezTo>
                  <a:cubicBezTo>
                    <a:pt x="11146454" y="380109"/>
                    <a:pt x="11199113" y="373401"/>
                    <a:pt x="11199113" y="364457"/>
                  </a:cubicBezTo>
                  <a:cubicBezTo>
                    <a:pt x="11199113" y="355513"/>
                    <a:pt x="11146454" y="348806"/>
                    <a:pt x="11076239" y="348806"/>
                  </a:cubicBezTo>
                  <a:close/>
                  <a:moveTo>
                    <a:pt x="122874" y="697611"/>
                  </a:moveTo>
                  <a:cubicBezTo>
                    <a:pt x="52660" y="697611"/>
                    <a:pt x="0" y="704319"/>
                    <a:pt x="0" y="713262"/>
                  </a:cubicBezTo>
                  <a:cubicBezTo>
                    <a:pt x="0" y="722206"/>
                    <a:pt x="52660" y="728914"/>
                    <a:pt x="122874" y="728914"/>
                  </a:cubicBezTo>
                  <a:cubicBezTo>
                    <a:pt x="193088" y="728914"/>
                    <a:pt x="245748" y="722206"/>
                    <a:pt x="245748" y="713262"/>
                  </a:cubicBezTo>
                  <a:cubicBezTo>
                    <a:pt x="245748" y="704319"/>
                    <a:pt x="193088" y="697611"/>
                    <a:pt x="122874" y="697611"/>
                  </a:cubicBezTo>
                  <a:close/>
                  <a:moveTo>
                    <a:pt x="2861215" y="697611"/>
                  </a:moveTo>
                  <a:cubicBezTo>
                    <a:pt x="2791002" y="697611"/>
                    <a:pt x="2738341" y="704319"/>
                    <a:pt x="2738341" y="713262"/>
                  </a:cubicBezTo>
                  <a:cubicBezTo>
                    <a:pt x="2738341" y="722206"/>
                    <a:pt x="2791002" y="728914"/>
                    <a:pt x="2861215" y="728914"/>
                  </a:cubicBezTo>
                  <a:cubicBezTo>
                    <a:pt x="2931429" y="728914"/>
                    <a:pt x="2984090" y="722206"/>
                    <a:pt x="2984090" y="713262"/>
                  </a:cubicBezTo>
                  <a:cubicBezTo>
                    <a:pt x="2984090" y="704319"/>
                    <a:pt x="2931429" y="697611"/>
                    <a:pt x="2861215" y="697611"/>
                  </a:cubicBezTo>
                  <a:close/>
                  <a:moveTo>
                    <a:pt x="5599556" y="697611"/>
                  </a:moveTo>
                  <a:cubicBezTo>
                    <a:pt x="5529343" y="697611"/>
                    <a:pt x="5476683" y="704319"/>
                    <a:pt x="5476683" y="713262"/>
                  </a:cubicBezTo>
                  <a:cubicBezTo>
                    <a:pt x="5476683" y="722206"/>
                    <a:pt x="5529343" y="728914"/>
                    <a:pt x="5599556" y="728914"/>
                  </a:cubicBezTo>
                  <a:cubicBezTo>
                    <a:pt x="5669771" y="728914"/>
                    <a:pt x="5722431" y="722206"/>
                    <a:pt x="5722431" y="713262"/>
                  </a:cubicBezTo>
                  <a:cubicBezTo>
                    <a:pt x="5722431" y="704319"/>
                    <a:pt x="5669771" y="697611"/>
                    <a:pt x="5599556" y="697611"/>
                  </a:cubicBezTo>
                  <a:close/>
                  <a:moveTo>
                    <a:pt x="8337898" y="697611"/>
                  </a:moveTo>
                  <a:cubicBezTo>
                    <a:pt x="8267684" y="697611"/>
                    <a:pt x="8215023" y="704319"/>
                    <a:pt x="8215023" y="713262"/>
                  </a:cubicBezTo>
                  <a:cubicBezTo>
                    <a:pt x="8215023" y="722206"/>
                    <a:pt x="8267684" y="728914"/>
                    <a:pt x="8337898" y="728914"/>
                  </a:cubicBezTo>
                  <a:cubicBezTo>
                    <a:pt x="8408112" y="728914"/>
                    <a:pt x="8460773" y="722206"/>
                    <a:pt x="8460773" y="713262"/>
                  </a:cubicBezTo>
                  <a:cubicBezTo>
                    <a:pt x="8460773" y="704319"/>
                    <a:pt x="8408112" y="697611"/>
                    <a:pt x="8337898" y="697611"/>
                  </a:cubicBezTo>
                  <a:close/>
                  <a:moveTo>
                    <a:pt x="11076239" y="697611"/>
                  </a:moveTo>
                  <a:cubicBezTo>
                    <a:pt x="11006025" y="697611"/>
                    <a:pt x="10953365" y="704319"/>
                    <a:pt x="10953365" y="713262"/>
                  </a:cubicBezTo>
                  <a:cubicBezTo>
                    <a:pt x="10953365" y="722206"/>
                    <a:pt x="11006025" y="728914"/>
                    <a:pt x="11076239" y="728914"/>
                  </a:cubicBezTo>
                  <a:cubicBezTo>
                    <a:pt x="11146454" y="728914"/>
                    <a:pt x="11199113" y="722206"/>
                    <a:pt x="11199113" y="713262"/>
                  </a:cubicBezTo>
                  <a:cubicBezTo>
                    <a:pt x="11199113" y="704319"/>
                    <a:pt x="11146454" y="697611"/>
                    <a:pt x="11076239" y="697611"/>
                  </a:cubicBezTo>
                  <a:close/>
                  <a:moveTo>
                    <a:pt x="122874" y="1046416"/>
                  </a:moveTo>
                  <a:cubicBezTo>
                    <a:pt x="52660" y="1046416"/>
                    <a:pt x="0" y="1053124"/>
                    <a:pt x="0" y="1062068"/>
                  </a:cubicBezTo>
                  <a:cubicBezTo>
                    <a:pt x="0" y="1071012"/>
                    <a:pt x="52660" y="1077719"/>
                    <a:pt x="122874" y="1077719"/>
                  </a:cubicBezTo>
                  <a:cubicBezTo>
                    <a:pt x="193088" y="1077719"/>
                    <a:pt x="245748" y="1071012"/>
                    <a:pt x="245748" y="1062068"/>
                  </a:cubicBezTo>
                  <a:cubicBezTo>
                    <a:pt x="245748" y="1053124"/>
                    <a:pt x="193088" y="1046416"/>
                    <a:pt x="122874" y="1046416"/>
                  </a:cubicBezTo>
                  <a:close/>
                  <a:moveTo>
                    <a:pt x="2861215" y="1046416"/>
                  </a:moveTo>
                  <a:cubicBezTo>
                    <a:pt x="2791002" y="1046416"/>
                    <a:pt x="2738341" y="1053124"/>
                    <a:pt x="2738341" y="1062068"/>
                  </a:cubicBezTo>
                  <a:cubicBezTo>
                    <a:pt x="2738341" y="1071012"/>
                    <a:pt x="2791002" y="1077719"/>
                    <a:pt x="2861215" y="1077719"/>
                  </a:cubicBezTo>
                  <a:cubicBezTo>
                    <a:pt x="2931429" y="1077719"/>
                    <a:pt x="2984090" y="1071012"/>
                    <a:pt x="2984090" y="1062068"/>
                  </a:cubicBezTo>
                  <a:cubicBezTo>
                    <a:pt x="2984090" y="1053124"/>
                    <a:pt x="2931429" y="1046416"/>
                    <a:pt x="2861215" y="1046416"/>
                  </a:cubicBezTo>
                  <a:close/>
                  <a:moveTo>
                    <a:pt x="5599556" y="1046416"/>
                  </a:moveTo>
                  <a:cubicBezTo>
                    <a:pt x="5529343" y="1046416"/>
                    <a:pt x="5476683" y="1053124"/>
                    <a:pt x="5476683" y="1062068"/>
                  </a:cubicBezTo>
                  <a:cubicBezTo>
                    <a:pt x="5476683" y="1071012"/>
                    <a:pt x="5529343" y="1077719"/>
                    <a:pt x="5599556" y="1077719"/>
                  </a:cubicBezTo>
                  <a:cubicBezTo>
                    <a:pt x="5669771" y="1077719"/>
                    <a:pt x="5722431" y="1071012"/>
                    <a:pt x="5722431" y="1062068"/>
                  </a:cubicBezTo>
                  <a:cubicBezTo>
                    <a:pt x="5722431" y="1053124"/>
                    <a:pt x="5669771" y="1046416"/>
                    <a:pt x="5599556" y="1046416"/>
                  </a:cubicBezTo>
                  <a:close/>
                  <a:moveTo>
                    <a:pt x="8337898" y="1046416"/>
                  </a:moveTo>
                  <a:cubicBezTo>
                    <a:pt x="8267684" y="1046416"/>
                    <a:pt x="8215023" y="1053124"/>
                    <a:pt x="8215023" y="1062068"/>
                  </a:cubicBezTo>
                  <a:cubicBezTo>
                    <a:pt x="8215023" y="1071012"/>
                    <a:pt x="8267684" y="1077719"/>
                    <a:pt x="8337898" y="1077719"/>
                  </a:cubicBezTo>
                  <a:cubicBezTo>
                    <a:pt x="8408112" y="1077719"/>
                    <a:pt x="8460773" y="1071012"/>
                    <a:pt x="8460773" y="1062068"/>
                  </a:cubicBezTo>
                  <a:cubicBezTo>
                    <a:pt x="8460773" y="1053124"/>
                    <a:pt x="8408112" y="1046416"/>
                    <a:pt x="8337898" y="1046416"/>
                  </a:cubicBezTo>
                  <a:close/>
                  <a:moveTo>
                    <a:pt x="11076239" y="1046416"/>
                  </a:moveTo>
                  <a:cubicBezTo>
                    <a:pt x="11006025" y="1046416"/>
                    <a:pt x="10953365" y="1053124"/>
                    <a:pt x="10953365" y="1062068"/>
                  </a:cubicBezTo>
                  <a:cubicBezTo>
                    <a:pt x="10953365" y="1071012"/>
                    <a:pt x="11006025" y="1077719"/>
                    <a:pt x="11076239" y="1077719"/>
                  </a:cubicBezTo>
                  <a:cubicBezTo>
                    <a:pt x="11146454" y="1077719"/>
                    <a:pt x="11199113" y="1071012"/>
                    <a:pt x="11199113" y="1062068"/>
                  </a:cubicBezTo>
                  <a:cubicBezTo>
                    <a:pt x="11199113" y="1053124"/>
                    <a:pt x="11146454" y="1046416"/>
                    <a:pt x="11076239" y="1046416"/>
                  </a:cubicBezTo>
                  <a:close/>
                  <a:moveTo>
                    <a:pt x="122874" y="1395222"/>
                  </a:moveTo>
                  <a:cubicBezTo>
                    <a:pt x="52660" y="1395222"/>
                    <a:pt x="0" y="1401930"/>
                    <a:pt x="0" y="1410873"/>
                  </a:cubicBezTo>
                  <a:cubicBezTo>
                    <a:pt x="0" y="1419817"/>
                    <a:pt x="52660" y="1426525"/>
                    <a:pt x="122874" y="1426525"/>
                  </a:cubicBezTo>
                  <a:cubicBezTo>
                    <a:pt x="193088" y="1426525"/>
                    <a:pt x="245748" y="1419817"/>
                    <a:pt x="245748" y="1410873"/>
                  </a:cubicBezTo>
                  <a:cubicBezTo>
                    <a:pt x="245748" y="1401930"/>
                    <a:pt x="193088" y="1395222"/>
                    <a:pt x="122874" y="1395222"/>
                  </a:cubicBezTo>
                  <a:close/>
                  <a:moveTo>
                    <a:pt x="2861215" y="1395222"/>
                  </a:moveTo>
                  <a:cubicBezTo>
                    <a:pt x="2791002" y="1395222"/>
                    <a:pt x="2738341" y="1401930"/>
                    <a:pt x="2738341" y="1410873"/>
                  </a:cubicBezTo>
                  <a:cubicBezTo>
                    <a:pt x="2738341" y="1419817"/>
                    <a:pt x="2791002" y="1426525"/>
                    <a:pt x="2861215" y="1426525"/>
                  </a:cubicBezTo>
                  <a:cubicBezTo>
                    <a:pt x="2931429" y="1426525"/>
                    <a:pt x="2984090" y="1419817"/>
                    <a:pt x="2984090" y="1410873"/>
                  </a:cubicBezTo>
                  <a:cubicBezTo>
                    <a:pt x="2984090" y="1401930"/>
                    <a:pt x="2931429" y="1395222"/>
                    <a:pt x="2861215" y="1395222"/>
                  </a:cubicBezTo>
                  <a:close/>
                  <a:moveTo>
                    <a:pt x="5599556" y="1395222"/>
                  </a:moveTo>
                  <a:cubicBezTo>
                    <a:pt x="5529343" y="1395222"/>
                    <a:pt x="5476683" y="1401930"/>
                    <a:pt x="5476683" y="1410873"/>
                  </a:cubicBezTo>
                  <a:cubicBezTo>
                    <a:pt x="5476683" y="1419817"/>
                    <a:pt x="5529343" y="1426525"/>
                    <a:pt x="5599556" y="1426525"/>
                  </a:cubicBezTo>
                  <a:cubicBezTo>
                    <a:pt x="5669771" y="1426525"/>
                    <a:pt x="5722431" y="1419817"/>
                    <a:pt x="5722431" y="1410873"/>
                  </a:cubicBezTo>
                  <a:cubicBezTo>
                    <a:pt x="5722431" y="1401930"/>
                    <a:pt x="5669771" y="1395222"/>
                    <a:pt x="5599556" y="1395222"/>
                  </a:cubicBezTo>
                  <a:close/>
                  <a:moveTo>
                    <a:pt x="8337898" y="1395222"/>
                  </a:moveTo>
                  <a:cubicBezTo>
                    <a:pt x="8267684" y="1395222"/>
                    <a:pt x="8215023" y="1401930"/>
                    <a:pt x="8215023" y="1410873"/>
                  </a:cubicBezTo>
                  <a:cubicBezTo>
                    <a:pt x="8215023" y="1419817"/>
                    <a:pt x="8267684" y="1426525"/>
                    <a:pt x="8337898" y="1426525"/>
                  </a:cubicBezTo>
                  <a:cubicBezTo>
                    <a:pt x="8408112" y="1426525"/>
                    <a:pt x="8460773" y="1419817"/>
                    <a:pt x="8460773" y="1410873"/>
                  </a:cubicBezTo>
                  <a:cubicBezTo>
                    <a:pt x="8460773" y="1401930"/>
                    <a:pt x="8408112" y="1395222"/>
                    <a:pt x="8337898" y="1395222"/>
                  </a:cubicBezTo>
                  <a:close/>
                  <a:moveTo>
                    <a:pt x="11076239" y="1395222"/>
                  </a:moveTo>
                  <a:cubicBezTo>
                    <a:pt x="11006025" y="1395222"/>
                    <a:pt x="10953365" y="1401930"/>
                    <a:pt x="10953365" y="1410873"/>
                  </a:cubicBezTo>
                  <a:cubicBezTo>
                    <a:pt x="10953365" y="1419817"/>
                    <a:pt x="11006025" y="1426525"/>
                    <a:pt x="11076239" y="1426525"/>
                  </a:cubicBezTo>
                  <a:cubicBezTo>
                    <a:pt x="11146454" y="1426525"/>
                    <a:pt x="11199113" y="1419817"/>
                    <a:pt x="11199113" y="1410873"/>
                  </a:cubicBezTo>
                  <a:cubicBezTo>
                    <a:pt x="11199113" y="1401930"/>
                    <a:pt x="11146454" y="1395222"/>
                    <a:pt x="11076239" y="1395222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57300" y="1066800"/>
            <a:ext cx="1600200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Be a Pollination Expert!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24901" y="588010"/>
            <a:ext cx="7838197" cy="33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50"/>
              </a:lnSpc>
            </a:pPr>
            <a:r>
              <a:rPr lang="en-US" sz="2200" b="1" spc="110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SAMPLE ANSWER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03298" y="4329232"/>
            <a:ext cx="4000500" cy="34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u="none" strike="noStrike" spc="-23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Insect (Butterfly) Pollination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202849" y="6498106"/>
            <a:ext cx="2667000" cy="2127885"/>
            <a:chOff x="0" y="0"/>
            <a:chExt cx="3556000" cy="283718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9525"/>
              <a:ext cx="3556000" cy="497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400" b="1" spc="-24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Flower Structure: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41680"/>
              <a:ext cx="3556000" cy="2095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2100" b="1" u="none" strike="noStrike" spc="-21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have tubular shapes with a landing platform to encourage butterflies to access nectar and pollen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36775" y="6504773"/>
            <a:ext cx="2476500" cy="1184910"/>
            <a:chOff x="0" y="0"/>
            <a:chExt cx="3302000" cy="157988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9525"/>
              <a:ext cx="3302000" cy="497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400" b="1" spc="-24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Scent: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741680"/>
              <a:ext cx="33020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2100" b="1" spc="-21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emit a sweet scent to entice butterflies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73319" y="4329232"/>
            <a:ext cx="4000500" cy="34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u="none" strike="noStrike" spc="-23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Butterfly Bush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26097" y="6498106"/>
            <a:ext cx="2476500" cy="1813560"/>
            <a:chOff x="0" y="0"/>
            <a:chExt cx="3302000" cy="2418080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9525"/>
              <a:ext cx="3302000" cy="497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400" b="1" spc="-24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Colour: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741680"/>
              <a:ext cx="330200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2100" b="1" spc="-21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have vibrant colours like purple, pink and white to attract pollinators</a:t>
              </a:r>
            </a:p>
          </p:txBody>
        </p:sp>
      </p:grpSp>
    </p:spTree>
  </p:cSld>
  <p:clrMapOvr>
    <a:masterClrMapping/>
  </p:clrMapOvr>
  <p:transition spd="med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44124" y="2448055"/>
            <a:ext cx="6418376" cy="4400818"/>
            <a:chOff x="0" y="0"/>
            <a:chExt cx="1690436" cy="1159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436" cy="1159063"/>
            </a:xfrm>
            <a:custGeom>
              <a:avLst/>
              <a:gdLst/>
              <a:ahLst/>
              <a:cxnLst/>
              <a:rect l="l" t="t" r="r" b="b"/>
              <a:pathLst>
                <a:path w="1690436" h="1159063">
                  <a:moveTo>
                    <a:pt x="48248" y="0"/>
                  </a:moveTo>
                  <a:lnTo>
                    <a:pt x="1642188" y="0"/>
                  </a:lnTo>
                  <a:cubicBezTo>
                    <a:pt x="1668835" y="0"/>
                    <a:pt x="1690436" y="21602"/>
                    <a:pt x="1690436" y="48248"/>
                  </a:cubicBezTo>
                  <a:lnTo>
                    <a:pt x="1690436" y="1110815"/>
                  </a:lnTo>
                  <a:cubicBezTo>
                    <a:pt x="1690436" y="1137462"/>
                    <a:pt x="1668835" y="1159063"/>
                    <a:pt x="1642188" y="1159063"/>
                  </a:cubicBezTo>
                  <a:lnTo>
                    <a:pt x="48248" y="1159063"/>
                  </a:lnTo>
                  <a:cubicBezTo>
                    <a:pt x="21602" y="1159063"/>
                    <a:pt x="0" y="1137462"/>
                    <a:pt x="0" y="1110815"/>
                  </a:cubicBezTo>
                  <a:lnTo>
                    <a:pt x="0" y="48248"/>
                  </a:lnTo>
                  <a:cubicBezTo>
                    <a:pt x="0" y="21602"/>
                    <a:pt x="21602" y="0"/>
                    <a:pt x="48248" y="0"/>
                  </a:cubicBezTo>
                  <a:close/>
                </a:path>
              </a:pathLst>
            </a:custGeom>
            <a:solidFill>
              <a:srgbClr val="FBFCF3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90436" cy="1168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5501" y="2449222"/>
            <a:ext cx="6418376" cy="4400818"/>
            <a:chOff x="0" y="0"/>
            <a:chExt cx="1690436" cy="11590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0436" cy="1159063"/>
            </a:xfrm>
            <a:custGeom>
              <a:avLst/>
              <a:gdLst/>
              <a:ahLst/>
              <a:cxnLst/>
              <a:rect l="l" t="t" r="r" b="b"/>
              <a:pathLst>
                <a:path w="1690436" h="1159063">
                  <a:moveTo>
                    <a:pt x="48248" y="0"/>
                  </a:moveTo>
                  <a:lnTo>
                    <a:pt x="1642188" y="0"/>
                  </a:lnTo>
                  <a:cubicBezTo>
                    <a:pt x="1668835" y="0"/>
                    <a:pt x="1690436" y="21602"/>
                    <a:pt x="1690436" y="48248"/>
                  </a:cubicBezTo>
                  <a:lnTo>
                    <a:pt x="1690436" y="1110815"/>
                  </a:lnTo>
                  <a:cubicBezTo>
                    <a:pt x="1690436" y="1137462"/>
                    <a:pt x="1668835" y="1159063"/>
                    <a:pt x="1642188" y="1159063"/>
                  </a:cubicBezTo>
                  <a:lnTo>
                    <a:pt x="48248" y="1159063"/>
                  </a:lnTo>
                  <a:cubicBezTo>
                    <a:pt x="21602" y="1159063"/>
                    <a:pt x="0" y="1137462"/>
                    <a:pt x="0" y="1110815"/>
                  </a:cubicBezTo>
                  <a:lnTo>
                    <a:pt x="0" y="48248"/>
                  </a:lnTo>
                  <a:cubicBezTo>
                    <a:pt x="0" y="21602"/>
                    <a:pt x="21602" y="0"/>
                    <a:pt x="48248" y="0"/>
                  </a:cubicBezTo>
                  <a:close/>
                </a:path>
              </a:pathLst>
            </a:custGeom>
            <a:solidFill>
              <a:srgbClr val="FBFCF3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690436" cy="1168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432889" y="3372221"/>
            <a:ext cx="1462884" cy="3017270"/>
          </a:xfrm>
          <a:custGeom>
            <a:avLst/>
            <a:gdLst/>
            <a:ahLst/>
            <a:cxnLst/>
            <a:rect l="l" t="t" r="r" b="b"/>
            <a:pathLst>
              <a:path w="1462884" h="3017270">
                <a:moveTo>
                  <a:pt x="0" y="0"/>
                </a:moveTo>
                <a:lnTo>
                  <a:pt x="1462883" y="0"/>
                </a:lnTo>
                <a:lnTo>
                  <a:pt x="1462883" y="3017269"/>
                </a:lnTo>
                <a:lnTo>
                  <a:pt x="0" y="301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5413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19672" y="3402287"/>
            <a:ext cx="1254062" cy="2987203"/>
          </a:xfrm>
          <a:custGeom>
            <a:avLst/>
            <a:gdLst/>
            <a:ahLst/>
            <a:cxnLst/>
            <a:rect l="l" t="t" r="r" b="b"/>
            <a:pathLst>
              <a:path w="1254062" h="2987203">
                <a:moveTo>
                  <a:pt x="0" y="0"/>
                </a:moveTo>
                <a:lnTo>
                  <a:pt x="1254062" y="0"/>
                </a:lnTo>
                <a:lnTo>
                  <a:pt x="1254062" y="2987203"/>
                </a:lnTo>
                <a:lnTo>
                  <a:pt x="0" y="2987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95223">
            <a:off x="10852105" y="4143511"/>
            <a:ext cx="3930355" cy="2460226"/>
          </a:xfrm>
          <a:custGeom>
            <a:avLst/>
            <a:gdLst/>
            <a:ahLst/>
            <a:cxnLst/>
            <a:rect l="l" t="t" r="r" b="b"/>
            <a:pathLst>
              <a:path w="3930355" h="2460226">
                <a:moveTo>
                  <a:pt x="0" y="0"/>
                </a:moveTo>
                <a:lnTo>
                  <a:pt x="3930356" y="0"/>
                </a:lnTo>
                <a:lnTo>
                  <a:pt x="3930356" y="2460226"/>
                </a:lnTo>
                <a:lnTo>
                  <a:pt x="0" y="24602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b="-250062"/>
            </a:stretch>
          </a:blipFill>
        </p:spPr>
      </p:sp>
      <p:sp>
        <p:nvSpPr>
          <p:cNvPr id="11" name="Freeform 11"/>
          <p:cNvSpPr/>
          <p:nvPr/>
        </p:nvSpPr>
        <p:spPr>
          <a:xfrm rot="-7288941">
            <a:off x="11766976" y="2847988"/>
            <a:ext cx="1253961" cy="1401785"/>
          </a:xfrm>
          <a:custGeom>
            <a:avLst/>
            <a:gdLst/>
            <a:ahLst/>
            <a:cxnLst/>
            <a:rect l="l" t="t" r="r" b="b"/>
            <a:pathLst>
              <a:path w="1253961" h="1401785">
                <a:moveTo>
                  <a:pt x="0" y="0"/>
                </a:moveTo>
                <a:lnTo>
                  <a:pt x="1253960" y="0"/>
                </a:lnTo>
                <a:lnTo>
                  <a:pt x="1253960" y="1401785"/>
                </a:lnTo>
                <a:lnTo>
                  <a:pt x="0" y="1401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7644719" flipH="1" flipV="1">
            <a:off x="4924088" y="2797068"/>
            <a:ext cx="885593" cy="953183"/>
          </a:xfrm>
          <a:custGeom>
            <a:avLst/>
            <a:gdLst/>
            <a:ahLst/>
            <a:cxnLst/>
            <a:rect l="l" t="t" r="r" b="b"/>
            <a:pathLst>
              <a:path w="885593" h="953183">
                <a:moveTo>
                  <a:pt x="885593" y="953183"/>
                </a:moveTo>
                <a:lnTo>
                  <a:pt x="0" y="953183"/>
                </a:lnTo>
                <a:lnTo>
                  <a:pt x="0" y="0"/>
                </a:lnTo>
                <a:lnTo>
                  <a:pt x="885593" y="0"/>
                </a:lnTo>
                <a:lnTo>
                  <a:pt x="885593" y="95318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7389056">
            <a:off x="13275734" y="3163689"/>
            <a:ext cx="1916331" cy="1288733"/>
          </a:xfrm>
          <a:custGeom>
            <a:avLst/>
            <a:gdLst/>
            <a:ahLst/>
            <a:cxnLst/>
            <a:rect l="l" t="t" r="r" b="b"/>
            <a:pathLst>
              <a:path w="1916331" h="1288733">
                <a:moveTo>
                  <a:pt x="0" y="0"/>
                </a:moveTo>
                <a:lnTo>
                  <a:pt x="1916331" y="0"/>
                </a:lnTo>
                <a:lnTo>
                  <a:pt x="1916331" y="1288732"/>
                </a:lnTo>
                <a:lnTo>
                  <a:pt x="0" y="12887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80810" y="2170685"/>
            <a:ext cx="1132376" cy="113237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750"/>
                </a:lnSpc>
                <a:spcBef>
                  <a:spcPct val="0"/>
                </a:spcBef>
              </a:pPr>
              <a:r>
                <a:rPr lang="en-US" sz="3000" b="1" spc="-30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62188" y="2171852"/>
            <a:ext cx="1132376" cy="113237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750"/>
                </a:lnSpc>
                <a:spcBef>
                  <a:spcPct val="0"/>
                </a:spcBef>
              </a:pPr>
              <a:r>
                <a:rPr lang="en-US" sz="3000" b="1" spc="-30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3000" y="800100"/>
            <a:ext cx="16002000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Process of Pollination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944124" y="7272468"/>
            <a:ext cx="6418376" cy="1423173"/>
            <a:chOff x="0" y="0"/>
            <a:chExt cx="8557834" cy="1897564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9050"/>
              <a:ext cx="8557834" cy="59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Pollen Production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858280"/>
              <a:ext cx="8557834" cy="1039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125"/>
                </a:lnSpc>
              </a:pPr>
              <a:r>
                <a:rPr lang="en-US" sz="2500" b="1" spc="-2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The anther produces pollen, which contains the male reproductive cells (gametes).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5501" y="7272468"/>
            <a:ext cx="6418376" cy="1813698"/>
            <a:chOff x="0" y="0"/>
            <a:chExt cx="8557834" cy="2418264"/>
          </a:xfrm>
        </p:grpSpPr>
        <p:sp>
          <p:nvSpPr>
            <p:cNvPr id="25" name="TextBox 25"/>
            <p:cNvSpPr txBox="1"/>
            <p:nvPr/>
          </p:nvSpPr>
          <p:spPr>
            <a:xfrm>
              <a:off x="0" y="858280"/>
              <a:ext cx="8557834" cy="1559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125"/>
                </a:lnSpc>
              </a:pPr>
              <a:r>
                <a:rPr lang="en-US" sz="2500" b="1" spc="-2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The flower may use its colourful petals, fragrance or nectar to attract pollinators like bees, butterflies or birds.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8557834" cy="59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Attracting Pollinators</a:t>
              </a:r>
            </a:p>
          </p:txBody>
        </p:sp>
      </p:grpSp>
    </p:spTree>
  </p:cSld>
  <p:clrMapOvr>
    <a:masterClrMapping/>
  </p:clrMapOvr>
  <p:transition spd="med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44124" y="2448055"/>
            <a:ext cx="6418376" cy="4400818"/>
            <a:chOff x="0" y="0"/>
            <a:chExt cx="1690436" cy="1159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436" cy="1159063"/>
            </a:xfrm>
            <a:custGeom>
              <a:avLst/>
              <a:gdLst/>
              <a:ahLst/>
              <a:cxnLst/>
              <a:rect l="l" t="t" r="r" b="b"/>
              <a:pathLst>
                <a:path w="1690436" h="1159063">
                  <a:moveTo>
                    <a:pt x="48248" y="0"/>
                  </a:moveTo>
                  <a:lnTo>
                    <a:pt x="1642188" y="0"/>
                  </a:lnTo>
                  <a:cubicBezTo>
                    <a:pt x="1668835" y="0"/>
                    <a:pt x="1690436" y="21602"/>
                    <a:pt x="1690436" y="48248"/>
                  </a:cubicBezTo>
                  <a:lnTo>
                    <a:pt x="1690436" y="1110815"/>
                  </a:lnTo>
                  <a:cubicBezTo>
                    <a:pt x="1690436" y="1137462"/>
                    <a:pt x="1668835" y="1159063"/>
                    <a:pt x="1642188" y="1159063"/>
                  </a:cubicBezTo>
                  <a:lnTo>
                    <a:pt x="48248" y="1159063"/>
                  </a:lnTo>
                  <a:cubicBezTo>
                    <a:pt x="21602" y="1159063"/>
                    <a:pt x="0" y="1137462"/>
                    <a:pt x="0" y="1110815"/>
                  </a:cubicBezTo>
                  <a:lnTo>
                    <a:pt x="0" y="48248"/>
                  </a:lnTo>
                  <a:cubicBezTo>
                    <a:pt x="0" y="21602"/>
                    <a:pt x="21602" y="0"/>
                    <a:pt x="48248" y="0"/>
                  </a:cubicBezTo>
                  <a:close/>
                </a:path>
              </a:pathLst>
            </a:custGeom>
            <a:solidFill>
              <a:srgbClr val="FBFCF3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90436" cy="1168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5501" y="2449222"/>
            <a:ext cx="6418376" cy="4400818"/>
            <a:chOff x="0" y="0"/>
            <a:chExt cx="1690436" cy="11590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0436" cy="1159063"/>
            </a:xfrm>
            <a:custGeom>
              <a:avLst/>
              <a:gdLst/>
              <a:ahLst/>
              <a:cxnLst/>
              <a:rect l="l" t="t" r="r" b="b"/>
              <a:pathLst>
                <a:path w="1690436" h="1159063">
                  <a:moveTo>
                    <a:pt x="48248" y="0"/>
                  </a:moveTo>
                  <a:lnTo>
                    <a:pt x="1642188" y="0"/>
                  </a:lnTo>
                  <a:cubicBezTo>
                    <a:pt x="1668835" y="0"/>
                    <a:pt x="1690436" y="21602"/>
                    <a:pt x="1690436" y="48248"/>
                  </a:cubicBezTo>
                  <a:lnTo>
                    <a:pt x="1690436" y="1110815"/>
                  </a:lnTo>
                  <a:cubicBezTo>
                    <a:pt x="1690436" y="1137462"/>
                    <a:pt x="1668835" y="1159063"/>
                    <a:pt x="1642188" y="1159063"/>
                  </a:cubicBezTo>
                  <a:lnTo>
                    <a:pt x="48248" y="1159063"/>
                  </a:lnTo>
                  <a:cubicBezTo>
                    <a:pt x="21602" y="1159063"/>
                    <a:pt x="0" y="1137462"/>
                    <a:pt x="0" y="1110815"/>
                  </a:cubicBezTo>
                  <a:lnTo>
                    <a:pt x="0" y="48248"/>
                  </a:lnTo>
                  <a:cubicBezTo>
                    <a:pt x="0" y="21602"/>
                    <a:pt x="21602" y="0"/>
                    <a:pt x="48248" y="0"/>
                  </a:cubicBezTo>
                  <a:close/>
                </a:path>
              </a:pathLst>
            </a:custGeom>
            <a:solidFill>
              <a:srgbClr val="FBFCF3"/>
            </a:solidFill>
            <a:ln w="28575" cap="rnd">
              <a:solidFill>
                <a:srgbClr val="000001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690436" cy="1168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0810" y="2170685"/>
            <a:ext cx="1132376" cy="113237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750"/>
                </a:lnSpc>
                <a:spcBef>
                  <a:spcPct val="0"/>
                </a:spcBef>
              </a:pPr>
              <a:r>
                <a:rPr lang="en-US" sz="3000" b="1" spc="-30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62188" y="2171852"/>
            <a:ext cx="1132376" cy="113237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750"/>
                </a:lnSpc>
                <a:spcBef>
                  <a:spcPct val="0"/>
                </a:spcBef>
              </a:pPr>
              <a:r>
                <a:rPr lang="en-US" sz="3000" b="1" spc="-30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4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43000" y="800100"/>
            <a:ext cx="16002000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Process of Pollination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944124" y="7272468"/>
            <a:ext cx="6418376" cy="1813698"/>
            <a:chOff x="0" y="0"/>
            <a:chExt cx="8557834" cy="241826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9050"/>
              <a:ext cx="8557834" cy="59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Transfer of Pollen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58280"/>
              <a:ext cx="8557834" cy="1559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125"/>
                </a:lnSpc>
              </a:pPr>
              <a:r>
                <a:rPr lang="en-US" sz="2500" b="1" spc="-2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When a pollinator visits a flower for nectar or pollen, it brushes against the anther, picking up and carrying pollen grains on its body.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5501" y="7272468"/>
            <a:ext cx="6418376" cy="2204223"/>
            <a:chOff x="0" y="0"/>
            <a:chExt cx="8557834" cy="2938964"/>
          </a:xfrm>
        </p:grpSpPr>
        <p:sp>
          <p:nvSpPr>
            <p:cNvPr id="19" name="TextBox 19"/>
            <p:cNvSpPr txBox="1"/>
            <p:nvPr/>
          </p:nvSpPr>
          <p:spPr>
            <a:xfrm>
              <a:off x="0" y="858280"/>
              <a:ext cx="8557834" cy="2080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125"/>
                </a:lnSpc>
              </a:pPr>
              <a:r>
                <a:rPr lang="en-US" sz="2500" b="1" spc="-2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The pollinator moves to another flower of the same species (or a compatible one). Some of the previously collected pollen may rub off onto the stigma of the second flower.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8557834" cy="59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5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Arrival at Another Flower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3465678" y="3030037"/>
            <a:ext cx="1440757" cy="1397534"/>
          </a:xfrm>
          <a:custGeom>
            <a:avLst/>
            <a:gdLst/>
            <a:ahLst/>
            <a:cxnLst/>
            <a:rect l="l" t="t" r="r" b="b"/>
            <a:pathLst>
              <a:path w="1440757" h="1397534">
                <a:moveTo>
                  <a:pt x="0" y="0"/>
                </a:moveTo>
                <a:lnTo>
                  <a:pt x="1440757" y="0"/>
                </a:lnTo>
                <a:lnTo>
                  <a:pt x="1440757" y="1397534"/>
                </a:lnTo>
                <a:lnTo>
                  <a:pt x="0" y="139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 rot="2080609">
            <a:off x="2765803" y="4306475"/>
            <a:ext cx="3417136" cy="2239067"/>
          </a:xfrm>
          <a:custGeom>
            <a:avLst/>
            <a:gdLst/>
            <a:ahLst/>
            <a:cxnLst/>
            <a:rect l="l" t="t" r="r" b="b"/>
            <a:pathLst>
              <a:path w="3417136" h="2239067">
                <a:moveTo>
                  <a:pt x="0" y="0"/>
                </a:moveTo>
                <a:lnTo>
                  <a:pt x="3417135" y="0"/>
                </a:lnTo>
                <a:lnTo>
                  <a:pt x="3417135" y="2239067"/>
                </a:lnTo>
                <a:lnTo>
                  <a:pt x="0" y="22390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4679" b="-250062"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3712554" y="3030037"/>
            <a:ext cx="1440757" cy="1397534"/>
          </a:xfrm>
          <a:custGeom>
            <a:avLst/>
            <a:gdLst/>
            <a:ahLst/>
            <a:cxnLst/>
            <a:rect l="l" t="t" r="r" b="b"/>
            <a:pathLst>
              <a:path w="1440757" h="1397534">
                <a:moveTo>
                  <a:pt x="0" y="0"/>
                </a:moveTo>
                <a:lnTo>
                  <a:pt x="1440757" y="0"/>
                </a:lnTo>
                <a:lnTo>
                  <a:pt x="1440757" y="1397534"/>
                </a:lnTo>
                <a:lnTo>
                  <a:pt x="0" y="1397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 rot="104503">
            <a:off x="4831675" y="2710910"/>
            <a:ext cx="2521741" cy="2631798"/>
          </a:xfrm>
          <a:custGeom>
            <a:avLst/>
            <a:gdLst/>
            <a:ahLst/>
            <a:cxnLst/>
            <a:rect l="l" t="t" r="r" b="b"/>
            <a:pathLst>
              <a:path w="2521741" h="2631798">
                <a:moveTo>
                  <a:pt x="0" y="0"/>
                </a:moveTo>
                <a:lnTo>
                  <a:pt x="2521741" y="0"/>
                </a:lnTo>
                <a:lnTo>
                  <a:pt x="2521741" y="2631798"/>
                </a:lnTo>
                <a:lnTo>
                  <a:pt x="0" y="26317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843078">
            <a:off x="13472670" y="3629623"/>
            <a:ext cx="1719491" cy="1667906"/>
          </a:xfrm>
          <a:custGeom>
            <a:avLst/>
            <a:gdLst/>
            <a:ahLst/>
            <a:cxnLst/>
            <a:rect l="l" t="t" r="r" b="b"/>
            <a:pathLst>
              <a:path w="1719491" h="1667906">
                <a:moveTo>
                  <a:pt x="0" y="0"/>
                </a:moveTo>
                <a:lnTo>
                  <a:pt x="1719491" y="0"/>
                </a:lnTo>
                <a:lnTo>
                  <a:pt x="1719491" y="1667907"/>
                </a:lnTo>
                <a:lnTo>
                  <a:pt x="0" y="1667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977178" flipH="1">
            <a:off x="11122193" y="2773804"/>
            <a:ext cx="2328196" cy="2429806"/>
          </a:xfrm>
          <a:custGeom>
            <a:avLst/>
            <a:gdLst/>
            <a:ahLst/>
            <a:cxnLst/>
            <a:rect l="l" t="t" r="r" b="b"/>
            <a:pathLst>
              <a:path w="2328196" h="2429806">
                <a:moveTo>
                  <a:pt x="2328196" y="0"/>
                </a:moveTo>
                <a:lnTo>
                  <a:pt x="0" y="0"/>
                </a:lnTo>
                <a:lnTo>
                  <a:pt x="0" y="2429805"/>
                </a:lnTo>
                <a:lnTo>
                  <a:pt x="2328196" y="2429805"/>
                </a:lnTo>
                <a:lnTo>
                  <a:pt x="23281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 rot="1133005">
            <a:off x="12850123" y="4093871"/>
            <a:ext cx="1355326" cy="2371674"/>
          </a:xfrm>
          <a:custGeom>
            <a:avLst/>
            <a:gdLst/>
            <a:ahLst/>
            <a:cxnLst/>
            <a:rect l="l" t="t" r="r" b="b"/>
            <a:pathLst>
              <a:path w="1355326" h="2371674">
                <a:moveTo>
                  <a:pt x="0" y="0"/>
                </a:moveTo>
                <a:lnTo>
                  <a:pt x="1355327" y="0"/>
                </a:lnTo>
                <a:lnTo>
                  <a:pt x="1355327" y="2371675"/>
                </a:lnTo>
                <a:lnTo>
                  <a:pt x="0" y="2371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b="-81679"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 rot="7361132" flipH="1">
            <a:off x="12573873" y="4432497"/>
            <a:ext cx="780007" cy="839538"/>
          </a:xfrm>
          <a:custGeom>
            <a:avLst/>
            <a:gdLst/>
            <a:ahLst/>
            <a:cxnLst/>
            <a:rect l="l" t="t" r="r" b="b"/>
            <a:pathLst>
              <a:path w="780007" h="839538">
                <a:moveTo>
                  <a:pt x="780007" y="0"/>
                </a:moveTo>
                <a:lnTo>
                  <a:pt x="0" y="0"/>
                </a:lnTo>
                <a:lnTo>
                  <a:pt x="0" y="839537"/>
                </a:lnTo>
                <a:lnTo>
                  <a:pt x="780007" y="839537"/>
                </a:lnTo>
                <a:lnTo>
                  <a:pt x="78000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0500"/>
            <a:ext cx="9334500" cy="10668000"/>
            <a:chOff x="0" y="0"/>
            <a:chExt cx="2458469" cy="2809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8469" cy="2809679"/>
            </a:xfrm>
            <a:custGeom>
              <a:avLst/>
              <a:gdLst/>
              <a:ahLst/>
              <a:cxnLst/>
              <a:rect l="l" t="t" r="r" b="b"/>
              <a:pathLst>
                <a:path w="2458469" h="2809679">
                  <a:moveTo>
                    <a:pt x="0" y="0"/>
                  </a:moveTo>
                  <a:lnTo>
                    <a:pt x="2458469" y="0"/>
                  </a:lnTo>
                  <a:lnTo>
                    <a:pt x="2458469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458469" cy="2819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2996" y="1677576"/>
            <a:ext cx="6724770" cy="6931849"/>
            <a:chOff x="0" y="0"/>
            <a:chExt cx="8966361" cy="9242465"/>
          </a:xfrm>
        </p:grpSpPr>
        <p:sp>
          <p:nvSpPr>
            <p:cNvPr id="6" name="TextBox 6"/>
            <p:cNvSpPr txBox="1"/>
            <p:nvPr/>
          </p:nvSpPr>
          <p:spPr>
            <a:xfrm>
              <a:off x="0" y="38100"/>
              <a:ext cx="8966361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49"/>
                </a:lnSpc>
              </a:pPr>
              <a:r>
                <a:rPr lang="en-US" sz="6999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Fertilisation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2418285" y="2091795"/>
              <a:ext cx="4129790" cy="966384"/>
              <a:chOff x="0" y="0"/>
              <a:chExt cx="1943431" cy="45476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43431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1943431" h="454769">
                    <a:moveTo>
                      <a:pt x="1740231" y="0"/>
                    </a:moveTo>
                    <a:cubicBezTo>
                      <a:pt x="1852455" y="0"/>
                      <a:pt x="1943431" y="101803"/>
                      <a:pt x="1943431" y="227384"/>
                    </a:cubicBezTo>
                    <a:cubicBezTo>
                      <a:pt x="1943431" y="352965"/>
                      <a:pt x="1852455" y="454769"/>
                      <a:pt x="1740231" y="454769"/>
                    </a:cubicBezTo>
                    <a:lnTo>
                      <a:pt x="203200" y="454769"/>
                    </a:lnTo>
                    <a:cubicBezTo>
                      <a:pt x="90976" y="454769"/>
                      <a:pt x="0" y="352965"/>
                      <a:pt x="0" y="227384"/>
                    </a:cubicBezTo>
                    <a:cubicBezTo>
                      <a:pt x="0" y="10180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19050"/>
                <a:ext cx="1943431" cy="435719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marL="0" lvl="0" indent="0" algn="ctr">
                  <a:lnSpc>
                    <a:spcPts val="3680"/>
                  </a:lnSpc>
                </a:pPr>
                <a:r>
                  <a:rPr lang="en-US" sz="3200" b="1">
                    <a:solidFill>
                      <a:srgbClr val="000001"/>
                    </a:solidFill>
                    <a:latin typeface="Gliker Semi-Bold"/>
                    <a:ea typeface="Gliker Semi-Bold"/>
                    <a:cs typeface="Gliker Semi-Bold"/>
                    <a:sym typeface="Gliker Semi-Bold"/>
                  </a:rPr>
                  <a:t>What is it?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963020" y="6042257"/>
              <a:ext cx="7040321" cy="966384"/>
              <a:chOff x="0" y="0"/>
              <a:chExt cx="3313092" cy="45476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313092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3313092" h="454769">
                    <a:moveTo>
                      <a:pt x="3109892" y="0"/>
                    </a:moveTo>
                    <a:cubicBezTo>
                      <a:pt x="3222117" y="0"/>
                      <a:pt x="3313092" y="101803"/>
                      <a:pt x="3313092" y="227384"/>
                    </a:cubicBezTo>
                    <a:cubicBezTo>
                      <a:pt x="3313092" y="352965"/>
                      <a:pt x="3222117" y="454769"/>
                      <a:pt x="3109892" y="454769"/>
                    </a:cubicBezTo>
                    <a:lnTo>
                      <a:pt x="203200" y="454769"/>
                    </a:lnTo>
                    <a:cubicBezTo>
                      <a:pt x="90976" y="454769"/>
                      <a:pt x="0" y="352965"/>
                      <a:pt x="0" y="227384"/>
                    </a:cubicBezTo>
                    <a:cubicBezTo>
                      <a:pt x="0" y="10180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19050"/>
                <a:ext cx="3313092" cy="435719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marL="0" lvl="0" indent="0" algn="ctr">
                  <a:lnSpc>
                    <a:spcPts val="3680"/>
                  </a:lnSpc>
                </a:pPr>
                <a:r>
                  <a:rPr lang="en-US" sz="3200" b="1">
                    <a:solidFill>
                      <a:srgbClr val="000001"/>
                    </a:solidFill>
                    <a:latin typeface="Gliker Semi-Bold"/>
                    <a:ea typeface="Gliker Semi-Bold"/>
                    <a:cs typeface="Gliker Semi-Bold"/>
                    <a:sym typeface="Gliker Semi-Bold"/>
                  </a:rPr>
                  <a:t>Why is it important?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3398570"/>
              <a:ext cx="8966361" cy="1738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A process by which the male and female reproductive cells (gametes) </a:t>
              </a:r>
              <a:r>
                <a:rPr lang="en-US" sz="2799" b="1" spc="-27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combine</a:t>
              </a: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 to initiate the </a:t>
              </a:r>
              <a:r>
                <a:rPr lang="en-US" sz="2799" b="1" spc="-27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development of a seed</a:t>
              </a: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04046"/>
              <a:ext cx="8966361" cy="1738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It is essential for maintaining the diversity of plant species, the functioning of ecosystems, and food production.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-67614"/>
            <a:ext cx="9479451" cy="10841327"/>
            <a:chOff x="0" y="0"/>
            <a:chExt cx="1079500" cy="1079500"/>
          </a:xfrm>
        </p:grpSpPr>
        <p:sp>
          <p:nvSpPr>
            <p:cNvPr id="16" name="Freeform 16"/>
            <p:cNvSpPr/>
            <p:nvPr/>
          </p:nvSpPr>
          <p:spPr>
            <a:xfrm>
              <a:off x="669074" y="759974"/>
              <a:ext cx="5612815" cy="6429634"/>
            </a:xfrm>
            <a:custGeom>
              <a:avLst/>
              <a:gdLst/>
              <a:ahLst/>
              <a:cxnLst/>
              <a:rect l="l" t="t" r="r" b="b"/>
              <a:pathLst>
                <a:path w="5612815" h="6429634">
                  <a:moveTo>
                    <a:pt x="61582" y="0"/>
                  </a:moveTo>
                  <a:cubicBezTo>
                    <a:pt x="26392" y="0"/>
                    <a:pt x="0" y="30233"/>
                    <a:pt x="0" y="70544"/>
                  </a:cubicBezTo>
                  <a:cubicBezTo>
                    <a:pt x="0" y="110855"/>
                    <a:pt x="26392" y="141089"/>
                    <a:pt x="61582" y="141089"/>
                  </a:cubicBezTo>
                  <a:cubicBezTo>
                    <a:pt x="96772" y="141089"/>
                    <a:pt x="123165" y="110855"/>
                    <a:pt x="123165" y="70544"/>
                  </a:cubicBezTo>
                  <a:cubicBezTo>
                    <a:pt x="123165" y="30233"/>
                    <a:pt x="96772" y="0"/>
                    <a:pt x="61582" y="0"/>
                  </a:cubicBezTo>
                  <a:close/>
                  <a:moveTo>
                    <a:pt x="1433995" y="0"/>
                  </a:moveTo>
                  <a:cubicBezTo>
                    <a:pt x="1398805" y="0"/>
                    <a:pt x="1372412" y="30233"/>
                    <a:pt x="1372412" y="70544"/>
                  </a:cubicBezTo>
                  <a:cubicBezTo>
                    <a:pt x="1372412" y="110855"/>
                    <a:pt x="1398805" y="141089"/>
                    <a:pt x="1433995" y="141089"/>
                  </a:cubicBezTo>
                  <a:cubicBezTo>
                    <a:pt x="1469185" y="141089"/>
                    <a:pt x="1495578" y="110855"/>
                    <a:pt x="1495578" y="70544"/>
                  </a:cubicBezTo>
                  <a:cubicBezTo>
                    <a:pt x="1495578" y="30233"/>
                    <a:pt x="1469185" y="0"/>
                    <a:pt x="1433995" y="0"/>
                  </a:cubicBezTo>
                  <a:close/>
                  <a:moveTo>
                    <a:pt x="2806408" y="0"/>
                  </a:moveTo>
                  <a:cubicBezTo>
                    <a:pt x="2771217" y="0"/>
                    <a:pt x="2744825" y="30233"/>
                    <a:pt x="2744825" y="70544"/>
                  </a:cubicBezTo>
                  <a:cubicBezTo>
                    <a:pt x="2744825" y="110855"/>
                    <a:pt x="2771217" y="141089"/>
                    <a:pt x="2806408" y="141089"/>
                  </a:cubicBezTo>
                  <a:cubicBezTo>
                    <a:pt x="2841598" y="141089"/>
                    <a:pt x="2867990" y="110855"/>
                    <a:pt x="2867990" y="70544"/>
                  </a:cubicBezTo>
                  <a:cubicBezTo>
                    <a:pt x="2867990" y="30233"/>
                    <a:pt x="2841598" y="0"/>
                    <a:pt x="2806408" y="0"/>
                  </a:cubicBezTo>
                  <a:close/>
                  <a:moveTo>
                    <a:pt x="4178820" y="0"/>
                  </a:moveTo>
                  <a:cubicBezTo>
                    <a:pt x="4143630" y="0"/>
                    <a:pt x="4117237" y="30233"/>
                    <a:pt x="4117237" y="70544"/>
                  </a:cubicBezTo>
                  <a:cubicBezTo>
                    <a:pt x="4117237" y="110855"/>
                    <a:pt x="4143630" y="141089"/>
                    <a:pt x="4178820" y="141089"/>
                  </a:cubicBezTo>
                  <a:cubicBezTo>
                    <a:pt x="4214010" y="141089"/>
                    <a:pt x="4240403" y="110855"/>
                    <a:pt x="4240403" y="70544"/>
                  </a:cubicBezTo>
                  <a:cubicBezTo>
                    <a:pt x="4240403" y="30233"/>
                    <a:pt x="4214010" y="0"/>
                    <a:pt x="4178820" y="0"/>
                  </a:cubicBezTo>
                  <a:close/>
                  <a:moveTo>
                    <a:pt x="5551232" y="0"/>
                  </a:moveTo>
                  <a:cubicBezTo>
                    <a:pt x="5516042" y="0"/>
                    <a:pt x="5489650" y="30233"/>
                    <a:pt x="5489650" y="70544"/>
                  </a:cubicBezTo>
                  <a:cubicBezTo>
                    <a:pt x="5489650" y="110855"/>
                    <a:pt x="5516042" y="141089"/>
                    <a:pt x="5551232" y="141089"/>
                  </a:cubicBezTo>
                  <a:cubicBezTo>
                    <a:pt x="5586422" y="141089"/>
                    <a:pt x="5612815" y="110855"/>
                    <a:pt x="5612815" y="70544"/>
                  </a:cubicBezTo>
                  <a:cubicBezTo>
                    <a:pt x="5612815" y="30233"/>
                    <a:pt x="5586422" y="0"/>
                    <a:pt x="5551232" y="0"/>
                  </a:cubicBezTo>
                  <a:close/>
                  <a:moveTo>
                    <a:pt x="61582" y="1572136"/>
                  </a:moveTo>
                  <a:cubicBezTo>
                    <a:pt x="26392" y="1572136"/>
                    <a:pt x="0" y="1602369"/>
                    <a:pt x="0" y="1642681"/>
                  </a:cubicBezTo>
                  <a:cubicBezTo>
                    <a:pt x="0" y="1682992"/>
                    <a:pt x="26392" y="1713225"/>
                    <a:pt x="61582" y="1713225"/>
                  </a:cubicBezTo>
                  <a:cubicBezTo>
                    <a:pt x="96772" y="1713225"/>
                    <a:pt x="123165" y="1682992"/>
                    <a:pt x="123165" y="1642681"/>
                  </a:cubicBezTo>
                  <a:cubicBezTo>
                    <a:pt x="123165" y="1602369"/>
                    <a:pt x="96772" y="1572136"/>
                    <a:pt x="61582" y="1572136"/>
                  </a:cubicBezTo>
                  <a:close/>
                  <a:moveTo>
                    <a:pt x="1433995" y="1572136"/>
                  </a:moveTo>
                  <a:cubicBezTo>
                    <a:pt x="1398805" y="1572136"/>
                    <a:pt x="1372412" y="1602369"/>
                    <a:pt x="1372412" y="1642681"/>
                  </a:cubicBezTo>
                  <a:cubicBezTo>
                    <a:pt x="1372412" y="1682992"/>
                    <a:pt x="1398805" y="1713225"/>
                    <a:pt x="1433995" y="1713225"/>
                  </a:cubicBezTo>
                  <a:cubicBezTo>
                    <a:pt x="1469185" y="1713225"/>
                    <a:pt x="1495578" y="1682992"/>
                    <a:pt x="1495578" y="1642681"/>
                  </a:cubicBezTo>
                  <a:cubicBezTo>
                    <a:pt x="1495578" y="1602369"/>
                    <a:pt x="1469185" y="1572136"/>
                    <a:pt x="1433995" y="1572136"/>
                  </a:cubicBezTo>
                  <a:close/>
                  <a:moveTo>
                    <a:pt x="2806408" y="1572136"/>
                  </a:moveTo>
                  <a:cubicBezTo>
                    <a:pt x="2771217" y="1572136"/>
                    <a:pt x="2744825" y="1602369"/>
                    <a:pt x="2744825" y="1642681"/>
                  </a:cubicBezTo>
                  <a:cubicBezTo>
                    <a:pt x="2744825" y="1682992"/>
                    <a:pt x="2771217" y="1713225"/>
                    <a:pt x="2806408" y="1713225"/>
                  </a:cubicBezTo>
                  <a:cubicBezTo>
                    <a:pt x="2841598" y="1713225"/>
                    <a:pt x="2867990" y="1682992"/>
                    <a:pt x="2867990" y="1642681"/>
                  </a:cubicBezTo>
                  <a:cubicBezTo>
                    <a:pt x="2867990" y="1602369"/>
                    <a:pt x="2841598" y="1572136"/>
                    <a:pt x="2806408" y="1572136"/>
                  </a:cubicBezTo>
                  <a:close/>
                  <a:moveTo>
                    <a:pt x="4178820" y="1572136"/>
                  </a:moveTo>
                  <a:cubicBezTo>
                    <a:pt x="4143630" y="1572136"/>
                    <a:pt x="4117237" y="1602369"/>
                    <a:pt x="4117237" y="1642681"/>
                  </a:cubicBezTo>
                  <a:cubicBezTo>
                    <a:pt x="4117237" y="1682992"/>
                    <a:pt x="4143630" y="1713225"/>
                    <a:pt x="4178820" y="1713225"/>
                  </a:cubicBezTo>
                  <a:cubicBezTo>
                    <a:pt x="4214010" y="1713225"/>
                    <a:pt x="4240403" y="1682992"/>
                    <a:pt x="4240403" y="1642681"/>
                  </a:cubicBezTo>
                  <a:cubicBezTo>
                    <a:pt x="4240403" y="1602369"/>
                    <a:pt x="4214010" y="1572136"/>
                    <a:pt x="4178820" y="1572136"/>
                  </a:cubicBezTo>
                  <a:close/>
                  <a:moveTo>
                    <a:pt x="5551232" y="1572136"/>
                  </a:moveTo>
                  <a:cubicBezTo>
                    <a:pt x="5516042" y="1572136"/>
                    <a:pt x="5489650" y="1602369"/>
                    <a:pt x="5489650" y="1642681"/>
                  </a:cubicBezTo>
                  <a:cubicBezTo>
                    <a:pt x="5489650" y="1682992"/>
                    <a:pt x="5516042" y="1713225"/>
                    <a:pt x="5551232" y="1713225"/>
                  </a:cubicBezTo>
                  <a:cubicBezTo>
                    <a:pt x="5586422" y="1713225"/>
                    <a:pt x="5612815" y="1682992"/>
                    <a:pt x="5612815" y="1642681"/>
                  </a:cubicBezTo>
                  <a:cubicBezTo>
                    <a:pt x="5612815" y="1602369"/>
                    <a:pt x="5586422" y="1572136"/>
                    <a:pt x="5551232" y="1572136"/>
                  </a:cubicBezTo>
                  <a:close/>
                  <a:moveTo>
                    <a:pt x="61582" y="3144272"/>
                  </a:moveTo>
                  <a:cubicBezTo>
                    <a:pt x="26392" y="3144272"/>
                    <a:pt x="0" y="3174505"/>
                    <a:pt x="0" y="3214817"/>
                  </a:cubicBezTo>
                  <a:cubicBezTo>
                    <a:pt x="0" y="3255127"/>
                    <a:pt x="26392" y="3285361"/>
                    <a:pt x="61582" y="3285361"/>
                  </a:cubicBezTo>
                  <a:cubicBezTo>
                    <a:pt x="96772" y="3285361"/>
                    <a:pt x="123165" y="3255127"/>
                    <a:pt x="123165" y="3214817"/>
                  </a:cubicBezTo>
                  <a:cubicBezTo>
                    <a:pt x="123165" y="3174505"/>
                    <a:pt x="96772" y="3144272"/>
                    <a:pt x="61582" y="3144272"/>
                  </a:cubicBezTo>
                  <a:close/>
                  <a:moveTo>
                    <a:pt x="1433995" y="3144272"/>
                  </a:moveTo>
                  <a:cubicBezTo>
                    <a:pt x="1398805" y="3144272"/>
                    <a:pt x="1372412" y="3174505"/>
                    <a:pt x="1372412" y="3214817"/>
                  </a:cubicBezTo>
                  <a:cubicBezTo>
                    <a:pt x="1372412" y="3255127"/>
                    <a:pt x="1398805" y="3285361"/>
                    <a:pt x="1433995" y="3285361"/>
                  </a:cubicBezTo>
                  <a:cubicBezTo>
                    <a:pt x="1469185" y="3285361"/>
                    <a:pt x="1495578" y="3255127"/>
                    <a:pt x="1495578" y="3214817"/>
                  </a:cubicBezTo>
                  <a:cubicBezTo>
                    <a:pt x="1495578" y="3174505"/>
                    <a:pt x="1469185" y="3144272"/>
                    <a:pt x="1433995" y="3144272"/>
                  </a:cubicBezTo>
                  <a:close/>
                  <a:moveTo>
                    <a:pt x="2806408" y="3144272"/>
                  </a:moveTo>
                  <a:cubicBezTo>
                    <a:pt x="2771217" y="3144272"/>
                    <a:pt x="2744825" y="3174505"/>
                    <a:pt x="2744825" y="3214817"/>
                  </a:cubicBezTo>
                  <a:cubicBezTo>
                    <a:pt x="2744825" y="3255127"/>
                    <a:pt x="2771217" y="3285361"/>
                    <a:pt x="2806408" y="3285361"/>
                  </a:cubicBezTo>
                  <a:cubicBezTo>
                    <a:pt x="2841598" y="3285361"/>
                    <a:pt x="2867990" y="3255127"/>
                    <a:pt x="2867990" y="3214817"/>
                  </a:cubicBezTo>
                  <a:cubicBezTo>
                    <a:pt x="2867990" y="3174505"/>
                    <a:pt x="2841598" y="3144272"/>
                    <a:pt x="2806408" y="3144272"/>
                  </a:cubicBezTo>
                  <a:close/>
                  <a:moveTo>
                    <a:pt x="4178820" y="3144272"/>
                  </a:moveTo>
                  <a:cubicBezTo>
                    <a:pt x="4143630" y="3144272"/>
                    <a:pt x="4117237" y="3174505"/>
                    <a:pt x="4117237" y="3214817"/>
                  </a:cubicBezTo>
                  <a:cubicBezTo>
                    <a:pt x="4117237" y="3255127"/>
                    <a:pt x="4143630" y="3285361"/>
                    <a:pt x="4178820" y="3285361"/>
                  </a:cubicBezTo>
                  <a:cubicBezTo>
                    <a:pt x="4214010" y="3285361"/>
                    <a:pt x="4240403" y="3255127"/>
                    <a:pt x="4240403" y="3214817"/>
                  </a:cubicBezTo>
                  <a:cubicBezTo>
                    <a:pt x="4240403" y="3174505"/>
                    <a:pt x="4214010" y="3144272"/>
                    <a:pt x="4178820" y="3144272"/>
                  </a:cubicBezTo>
                  <a:close/>
                  <a:moveTo>
                    <a:pt x="5551232" y="3144272"/>
                  </a:moveTo>
                  <a:cubicBezTo>
                    <a:pt x="5516042" y="3144272"/>
                    <a:pt x="5489650" y="3174505"/>
                    <a:pt x="5489650" y="3214817"/>
                  </a:cubicBezTo>
                  <a:cubicBezTo>
                    <a:pt x="5489650" y="3255127"/>
                    <a:pt x="5516042" y="3285361"/>
                    <a:pt x="5551232" y="3285361"/>
                  </a:cubicBezTo>
                  <a:cubicBezTo>
                    <a:pt x="5586422" y="3285361"/>
                    <a:pt x="5612815" y="3255127"/>
                    <a:pt x="5612815" y="3214817"/>
                  </a:cubicBezTo>
                  <a:cubicBezTo>
                    <a:pt x="5612815" y="3174505"/>
                    <a:pt x="5586422" y="3144272"/>
                    <a:pt x="5551232" y="3144272"/>
                  </a:cubicBezTo>
                  <a:close/>
                  <a:moveTo>
                    <a:pt x="61582" y="4716408"/>
                  </a:moveTo>
                  <a:cubicBezTo>
                    <a:pt x="26392" y="4716408"/>
                    <a:pt x="0" y="4746642"/>
                    <a:pt x="0" y="4786953"/>
                  </a:cubicBezTo>
                  <a:cubicBezTo>
                    <a:pt x="0" y="4827264"/>
                    <a:pt x="26392" y="4857498"/>
                    <a:pt x="61582" y="4857498"/>
                  </a:cubicBezTo>
                  <a:cubicBezTo>
                    <a:pt x="96772" y="4857498"/>
                    <a:pt x="123165" y="4827264"/>
                    <a:pt x="123165" y="4786953"/>
                  </a:cubicBezTo>
                  <a:cubicBezTo>
                    <a:pt x="123165" y="4746642"/>
                    <a:pt x="96772" y="4716408"/>
                    <a:pt x="61582" y="4716408"/>
                  </a:cubicBezTo>
                  <a:close/>
                  <a:moveTo>
                    <a:pt x="1433995" y="4716408"/>
                  </a:moveTo>
                  <a:cubicBezTo>
                    <a:pt x="1398805" y="4716408"/>
                    <a:pt x="1372412" y="4746642"/>
                    <a:pt x="1372412" y="4786953"/>
                  </a:cubicBezTo>
                  <a:cubicBezTo>
                    <a:pt x="1372412" y="4827264"/>
                    <a:pt x="1398805" y="4857498"/>
                    <a:pt x="1433995" y="4857498"/>
                  </a:cubicBezTo>
                  <a:cubicBezTo>
                    <a:pt x="1469185" y="4857498"/>
                    <a:pt x="1495578" y="4827264"/>
                    <a:pt x="1495578" y="4786953"/>
                  </a:cubicBezTo>
                  <a:cubicBezTo>
                    <a:pt x="1495578" y="4746642"/>
                    <a:pt x="1469185" y="4716408"/>
                    <a:pt x="1433995" y="4716408"/>
                  </a:cubicBezTo>
                  <a:close/>
                  <a:moveTo>
                    <a:pt x="2806408" y="4716408"/>
                  </a:moveTo>
                  <a:cubicBezTo>
                    <a:pt x="2771217" y="4716408"/>
                    <a:pt x="2744825" y="4746642"/>
                    <a:pt x="2744825" y="4786953"/>
                  </a:cubicBezTo>
                  <a:cubicBezTo>
                    <a:pt x="2744825" y="4827264"/>
                    <a:pt x="2771217" y="4857498"/>
                    <a:pt x="2806408" y="4857498"/>
                  </a:cubicBezTo>
                  <a:cubicBezTo>
                    <a:pt x="2841598" y="4857498"/>
                    <a:pt x="2867990" y="4827264"/>
                    <a:pt x="2867990" y="4786953"/>
                  </a:cubicBezTo>
                  <a:cubicBezTo>
                    <a:pt x="2867990" y="4746642"/>
                    <a:pt x="2841598" y="4716408"/>
                    <a:pt x="2806408" y="4716408"/>
                  </a:cubicBezTo>
                  <a:close/>
                  <a:moveTo>
                    <a:pt x="4178820" y="4716408"/>
                  </a:moveTo>
                  <a:cubicBezTo>
                    <a:pt x="4143630" y="4716408"/>
                    <a:pt x="4117237" y="4746642"/>
                    <a:pt x="4117237" y="4786953"/>
                  </a:cubicBezTo>
                  <a:cubicBezTo>
                    <a:pt x="4117237" y="4827264"/>
                    <a:pt x="4143630" y="4857498"/>
                    <a:pt x="4178820" y="4857498"/>
                  </a:cubicBezTo>
                  <a:cubicBezTo>
                    <a:pt x="4214010" y="4857498"/>
                    <a:pt x="4240403" y="4827264"/>
                    <a:pt x="4240403" y="4786953"/>
                  </a:cubicBezTo>
                  <a:cubicBezTo>
                    <a:pt x="4240403" y="4746642"/>
                    <a:pt x="4214010" y="4716408"/>
                    <a:pt x="4178820" y="4716408"/>
                  </a:cubicBezTo>
                  <a:close/>
                  <a:moveTo>
                    <a:pt x="5551232" y="4716408"/>
                  </a:moveTo>
                  <a:cubicBezTo>
                    <a:pt x="5516042" y="4716408"/>
                    <a:pt x="5489650" y="4746642"/>
                    <a:pt x="5489650" y="4786953"/>
                  </a:cubicBezTo>
                  <a:cubicBezTo>
                    <a:pt x="5489650" y="4827264"/>
                    <a:pt x="5516042" y="4857498"/>
                    <a:pt x="5551232" y="4857498"/>
                  </a:cubicBezTo>
                  <a:cubicBezTo>
                    <a:pt x="5586422" y="4857498"/>
                    <a:pt x="5612815" y="4827264"/>
                    <a:pt x="5612815" y="4786953"/>
                  </a:cubicBezTo>
                  <a:cubicBezTo>
                    <a:pt x="5612815" y="4746642"/>
                    <a:pt x="5586422" y="4716408"/>
                    <a:pt x="5551232" y="4716408"/>
                  </a:cubicBezTo>
                  <a:close/>
                  <a:moveTo>
                    <a:pt x="61582" y="6288545"/>
                  </a:moveTo>
                  <a:cubicBezTo>
                    <a:pt x="26392" y="6288545"/>
                    <a:pt x="0" y="6318778"/>
                    <a:pt x="0" y="6359089"/>
                  </a:cubicBezTo>
                  <a:cubicBezTo>
                    <a:pt x="0" y="6399400"/>
                    <a:pt x="26392" y="6429634"/>
                    <a:pt x="61582" y="6429634"/>
                  </a:cubicBezTo>
                  <a:cubicBezTo>
                    <a:pt x="96772" y="6429634"/>
                    <a:pt x="123165" y="6399400"/>
                    <a:pt x="123165" y="6359089"/>
                  </a:cubicBezTo>
                  <a:cubicBezTo>
                    <a:pt x="123165" y="6318778"/>
                    <a:pt x="96772" y="6288545"/>
                    <a:pt x="61582" y="6288545"/>
                  </a:cubicBezTo>
                  <a:close/>
                  <a:moveTo>
                    <a:pt x="1433995" y="6288545"/>
                  </a:moveTo>
                  <a:cubicBezTo>
                    <a:pt x="1398805" y="6288545"/>
                    <a:pt x="1372412" y="6318778"/>
                    <a:pt x="1372412" y="6359089"/>
                  </a:cubicBezTo>
                  <a:cubicBezTo>
                    <a:pt x="1372412" y="6399400"/>
                    <a:pt x="1398805" y="6429634"/>
                    <a:pt x="1433995" y="6429634"/>
                  </a:cubicBezTo>
                  <a:cubicBezTo>
                    <a:pt x="1469185" y="6429634"/>
                    <a:pt x="1495578" y="6399400"/>
                    <a:pt x="1495578" y="6359089"/>
                  </a:cubicBezTo>
                  <a:cubicBezTo>
                    <a:pt x="1495578" y="6318778"/>
                    <a:pt x="1469185" y="6288545"/>
                    <a:pt x="1433995" y="6288545"/>
                  </a:cubicBezTo>
                  <a:close/>
                  <a:moveTo>
                    <a:pt x="2806408" y="6288545"/>
                  </a:moveTo>
                  <a:cubicBezTo>
                    <a:pt x="2771217" y="6288545"/>
                    <a:pt x="2744825" y="6318778"/>
                    <a:pt x="2744825" y="6359089"/>
                  </a:cubicBezTo>
                  <a:cubicBezTo>
                    <a:pt x="2744825" y="6399400"/>
                    <a:pt x="2771217" y="6429634"/>
                    <a:pt x="2806408" y="6429634"/>
                  </a:cubicBezTo>
                  <a:cubicBezTo>
                    <a:pt x="2841598" y="6429634"/>
                    <a:pt x="2867990" y="6399400"/>
                    <a:pt x="2867990" y="6359089"/>
                  </a:cubicBezTo>
                  <a:cubicBezTo>
                    <a:pt x="2867990" y="6318778"/>
                    <a:pt x="2841598" y="6288545"/>
                    <a:pt x="2806408" y="6288545"/>
                  </a:cubicBezTo>
                  <a:close/>
                  <a:moveTo>
                    <a:pt x="4178820" y="6288545"/>
                  </a:moveTo>
                  <a:cubicBezTo>
                    <a:pt x="4143630" y="6288545"/>
                    <a:pt x="4117237" y="6318778"/>
                    <a:pt x="4117237" y="6359089"/>
                  </a:cubicBezTo>
                  <a:cubicBezTo>
                    <a:pt x="4117237" y="6399400"/>
                    <a:pt x="4143630" y="6429634"/>
                    <a:pt x="4178820" y="6429634"/>
                  </a:cubicBezTo>
                  <a:cubicBezTo>
                    <a:pt x="4214010" y="6429634"/>
                    <a:pt x="4240403" y="6399400"/>
                    <a:pt x="4240403" y="6359089"/>
                  </a:cubicBezTo>
                  <a:cubicBezTo>
                    <a:pt x="4240403" y="6318778"/>
                    <a:pt x="4214010" y="6288545"/>
                    <a:pt x="4178820" y="6288545"/>
                  </a:cubicBezTo>
                  <a:close/>
                  <a:moveTo>
                    <a:pt x="5551232" y="6288545"/>
                  </a:moveTo>
                  <a:cubicBezTo>
                    <a:pt x="5516042" y="6288545"/>
                    <a:pt x="5489650" y="6318778"/>
                    <a:pt x="5489650" y="6359089"/>
                  </a:cubicBezTo>
                  <a:cubicBezTo>
                    <a:pt x="5489650" y="6399400"/>
                    <a:pt x="5516042" y="6429634"/>
                    <a:pt x="5551232" y="6429634"/>
                  </a:cubicBezTo>
                  <a:cubicBezTo>
                    <a:pt x="5586422" y="6429634"/>
                    <a:pt x="5612815" y="6399400"/>
                    <a:pt x="5612815" y="6359089"/>
                  </a:cubicBezTo>
                  <a:cubicBezTo>
                    <a:pt x="5612815" y="6318778"/>
                    <a:pt x="5586422" y="6288545"/>
                    <a:pt x="5551232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636799" y="590413"/>
            <a:ext cx="8158402" cy="9106174"/>
            <a:chOff x="0" y="0"/>
            <a:chExt cx="1371050" cy="15303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1050" cy="1530326"/>
            </a:xfrm>
            <a:custGeom>
              <a:avLst/>
              <a:gdLst/>
              <a:ahLst/>
              <a:cxnLst/>
              <a:rect l="l" t="t" r="r" b="b"/>
              <a:pathLst>
                <a:path w="1371050" h="1530326">
                  <a:moveTo>
                    <a:pt x="37958" y="0"/>
                  </a:moveTo>
                  <a:lnTo>
                    <a:pt x="1333092" y="0"/>
                  </a:lnTo>
                  <a:cubicBezTo>
                    <a:pt x="1343159" y="0"/>
                    <a:pt x="1352814" y="3999"/>
                    <a:pt x="1359932" y="11118"/>
                  </a:cubicBezTo>
                  <a:cubicBezTo>
                    <a:pt x="1367051" y="18236"/>
                    <a:pt x="1371050" y="27891"/>
                    <a:pt x="1371050" y="37958"/>
                  </a:cubicBezTo>
                  <a:lnTo>
                    <a:pt x="1371050" y="1492368"/>
                  </a:lnTo>
                  <a:cubicBezTo>
                    <a:pt x="1371050" y="1502435"/>
                    <a:pt x="1367051" y="1512090"/>
                    <a:pt x="1359932" y="1519209"/>
                  </a:cubicBezTo>
                  <a:cubicBezTo>
                    <a:pt x="1352814" y="1526327"/>
                    <a:pt x="1343159" y="1530326"/>
                    <a:pt x="1333092" y="1530326"/>
                  </a:cubicBezTo>
                  <a:lnTo>
                    <a:pt x="37958" y="1530326"/>
                  </a:lnTo>
                  <a:cubicBezTo>
                    <a:pt x="27891" y="1530326"/>
                    <a:pt x="18236" y="1526327"/>
                    <a:pt x="11118" y="1519209"/>
                  </a:cubicBezTo>
                  <a:cubicBezTo>
                    <a:pt x="3999" y="1512090"/>
                    <a:pt x="0" y="1502435"/>
                    <a:pt x="0" y="1492368"/>
                  </a:cubicBezTo>
                  <a:lnTo>
                    <a:pt x="0" y="37958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8" y="0"/>
                  </a:cubicBezTo>
                  <a:close/>
                </a:path>
              </a:pathLst>
            </a:custGeom>
            <a:blipFill>
              <a:blip r:embed="rId2"/>
              <a:stretch>
                <a:fillRect l="-69062" r="-28714"/>
              </a:stretch>
            </a:blipFill>
            <a:ln w="28575" cap="rnd">
              <a:solidFill>
                <a:srgbClr val="000001"/>
              </a:solidFill>
              <a:prstDash val="solid"/>
              <a:round/>
            </a:ln>
          </p:spPr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55155" y="6471374"/>
            <a:ext cx="1079096" cy="2952750"/>
          </a:xfrm>
          <a:custGeom>
            <a:avLst/>
            <a:gdLst/>
            <a:ahLst/>
            <a:cxnLst/>
            <a:rect l="l" t="t" r="r" b="b"/>
            <a:pathLst>
              <a:path w="1079096" h="2952750">
                <a:moveTo>
                  <a:pt x="0" y="0"/>
                </a:moveTo>
                <a:lnTo>
                  <a:pt x="1079096" y="0"/>
                </a:lnTo>
                <a:lnTo>
                  <a:pt x="1079096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9663505" y="3556749"/>
            <a:ext cx="635911" cy="754471"/>
          </a:xfrm>
          <a:custGeom>
            <a:avLst/>
            <a:gdLst/>
            <a:ahLst/>
            <a:cxnLst/>
            <a:rect l="l" t="t" r="r" b="b"/>
            <a:pathLst>
              <a:path w="635911" h="754471">
                <a:moveTo>
                  <a:pt x="0" y="0"/>
                </a:moveTo>
                <a:lnTo>
                  <a:pt x="635911" y="0"/>
                </a:lnTo>
                <a:lnTo>
                  <a:pt x="635911" y="754471"/>
                </a:lnTo>
                <a:lnTo>
                  <a:pt x="0" y="754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-339821" t="-104750" r="-449789" b="-42782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271048" y="4017663"/>
            <a:ext cx="1745904" cy="2623626"/>
          </a:xfrm>
          <a:custGeom>
            <a:avLst/>
            <a:gdLst/>
            <a:ahLst/>
            <a:cxnLst/>
            <a:rect l="l" t="t" r="r" b="b"/>
            <a:pathLst>
              <a:path w="1745904" h="2623626">
                <a:moveTo>
                  <a:pt x="0" y="0"/>
                </a:moveTo>
                <a:lnTo>
                  <a:pt x="1745904" y="0"/>
                </a:lnTo>
                <a:lnTo>
                  <a:pt x="1745904" y="2623626"/>
                </a:lnTo>
                <a:lnTo>
                  <a:pt x="0" y="262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9368355" y="4330270"/>
            <a:ext cx="755565" cy="813230"/>
          </a:xfrm>
          <a:custGeom>
            <a:avLst/>
            <a:gdLst/>
            <a:ahLst/>
            <a:cxnLst/>
            <a:rect l="l" t="t" r="r" b="b"/>
            <a:pathLst>
              <a:path w="755565" h="813230">
                <a:moveTo>
                  <a:pt x="0" y="0"/>
                </a:moveTo>
                <a:lnTo>
                  <a:pt x="755565" y="0"/>
                </a:lnTo>
                <a:lnTo>
                  <a:pt x="755565" y="813230"/>
                </a:lnTo>
                <a:lnTo>
                  <a:pt x="0" y="8132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50931" y="6978774"/>
            <a:ext cx="2894182" cy="2204840"/>
          </a:xfrm>
          <a:custGeom>
            <a:avLst/>
            <a:gdLst/>
            <a:ahLst/>
            <a:cxnLst/>
            <a:rect l="l" t="t" r="r" b="b"/>
            <a:pathLst>
              <a:path w="2894182" h="2204840">
                <a:moveTo>
                  <a:pt x="0" y="0"/>
                </a:moveTo>
                <a:lnTo>
                  <a:pt x="2894182" y="0"/>
                </a:lnTo>
                <a:lnTo>
                  <a:pt x="2894182" y="2204840"/>
                </a:lnTo>
                <a:lnTo>
                  <a:pt x="0" y="22048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210581" y="7166858"/>
            <a:ext cx="3866839" cy="724788"/>
            <a:chOff x="0" y="0"/>
            <a:chExt cx="2426252" cy="4547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26252" cy="454769"/>
            </a:xfrm>
            <a:custGeom>
              <a:avLst/>
              <a:gdLst/>
              <a:ahLst/>
              <a:cxnLst/>
              <a:rect l="l" t="t" r="r" b="b"/>
              <a:pathLst>
                <a:path w="2426252" h="454769">
                  <a:moveTo>
                    <a:pt x="2223052" y="0"/>
                  </a:moveTo>
                  <a:cubicBezTo>
                    <a:pt x="2335276" y="0"/>
                    <a:pt x="2426252" y="101803"/>
                    <a:pt x="2426252" y="227384"/>
                  </a:cubicBezTo>
                  <a:cubicBezTo>
                    <a:pt x="2426252" y="352965"/>
                    <a:pt x="2335276" y="454769"/>
                    <a:pt x="2223052" y="454769"/>
                  </a:cubicBezTo>
                  <a:lnTo>
                    <a:pt x="203200" y="454769"/>
                  </a:lnTo>
                  <a:cubicBezTo>
                    <a:pt x="90976" y="454769"/>
                    <a:pt x="0" y="352965"/>
                    <a:pt x="0" y="227384"/>
                  </a:cubicBezTo>
                  <a:cubicBezTo>
                    <a:pt x="0" y="1018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426252" cy="44524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220"/>
                </a:lnSpc>
              </a:pPr>
              <a:r>
                <a:rPr lang="en-US" sz="28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Seed Formation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-241491" y="2749024"/>
            <a:ext cx="18721710" cy="0"/>
          </a:xfrm>
          <a:prstGeom prst="line">
            <a:avLst/>
          </a:prstGeom>
          <a:ln w="28575" cap="flat">
            <a:solidFill>
              <a:srgbClr val="00000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2751342" y="2305663"/>
            <a:ext cx="886722" cy="88672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250"/>
                </a:lnSpc>
                <a:spcBef>
                  <a:spcPct val="0"/>
                </a:spcBef>
              </a:pPr>
              <a:r>
                <a:rPr lang="en-US" sz="2600" b="1" spc="-26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00639" y="2305663"/>
            <a:ext cx="886722" cy="88672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250"/>
                </a:lnSpc>
                <a:spcBef>
                  <a:spcPct val="0"/>
                </a:spcBef>
              </a:pPr>
              <a:r>
                <a:rPr lang="en-US" sz="2600" b="1" spc="-26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54661" y="2305663"/>
            <a:ext cx="886722" cy="88672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293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9069" tIns="59069" rIns="59069" bIns="59069" rtlCol="0" anchor="ctr"/>
            <a:lstStyle/>
            <a:p>
              <a:pPr marL="0" lvl="1" indent="0" algn="ctr">
                <a:lnSpc>
                  <a:spcPts val="3250"/>
                </a:lnSpc>
                <a:spcBef>
                  <a:spcPct val="0"/>
                </a:spcBef>
              </a:pPr>
              <a:r>
                <a:rPr lang="en-US" sz="2600" b="1" spc="-26">
                  <a:solidFill>
                    <a:srgbClr val="000001"/>
                  </a:solidFill>
                  <a:latin typeface="Gliker Bold"/>
                  <a:ea typeface="Gliker Bold"/>
                  <a:cs typeface="Gliker Bold"/>
                  <a:sym typeface="Gliker Bold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6407" y="3365368"/>
            <a:ext cx="3396591" cy="724788"/>
            <a:chOff x="0" y="0"/>
            <a:chExt cx="2131194" cy="4547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31195" cy="454769"/>
            </a:xfrm>
            <a:custGeom>
              <a:avLst/>
              <a:gdLst/>
              <a:ahLst/>
              <a:cxnLst/>
              <a:rect l="l" t="t" r="r" b="b"/>
              <a:pathLst>
                <a:path w="2131195" h="454769">
                  <a:moveTo>
                    <a:pt x="1927995" y="0"/>
                  </a:moveTo>
                  <a:cubicBezTo>
                    <a:pt x="2040219" y="0"/>
                    <a:pt x="2131195" y="101803"/>
                    <a:pt x="2131195" y="227384"/>
                  </a:cubicBezTo>
                  <a:cubicBezTo>
                    <a:pt x="2131195" y="352965"/>
                    <a:pt x="2040219" y="454769"/>
                    <a:pt x="1927995" y="454769"/>
                  </a:cubicBezTo>
                  <a:lnTo>
                    <a:pt x="203200" y="454769"/>
                  </a:lnTo>
                  <a:cubicBezTo>
                    <a:pt x="90976" y="454769"/>
                    <a:pt x="0" y="352965"/>
                    <a:pt x="0" y="227384"/>
                  </a:cubicBezTo>
                  <a:cubicBezTo>
                    <a:pt x="0" y="1018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131194" cy="44524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220"/>
                </a:lnSpc>
              </a:pPr>
              <a:r>
                <a:rPr lang="en-US" sz="28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Fertilisation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936744" y="3365368"/>
            <a:ext cx="4322556" cy="1046735"/>
            <a:chOff x="0" y="0"/>
            <a:chExt cx="2712192" cy="6567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712192" cy="656775"/>
            </a:xfrm>
            <a:custGeom>
              <a:avLst/>
              <a:gdLst/>
              <a:ahLst/>
              <a:cxnLst/>
              <a:rect l="l" t="t" r="r" b="b"/>
              <a:pathLst>
                <a:path w="2712192" h="656775">
                  <a:moveTo>
                    <a:pt x="2508992" y="0"/>
                  </a:moveTo>
                  <a:cubicBezTo>
                    <a:pt x="2621216" y="0"/>
                    <a:pt x="2712192" y="147024"/>
                    <a:pt x="2712192" y="328388"/>
                  </a:cubicBezTo>
                  <a:cubicBezTo>
                    <a:pt x="2712192" y="509751"/>
                    <a:pt x="2621216" y="656775"/>
                    <a:pt x="2508992" y="656775"/>
                  </a:cubicBezTo>
                  <a:lnTo>
                    <a:pt x="203200" y="656775"/>
                  </a:lnTo>
                  <a:cubicBezTo>
                    <a:pt x="90976" y="656775"/>
                    <a:pt x="0" y="509751"/>
                    <a:pt x="0" y="328388"/>
                  </a:cubicBezTo>
                  <a:cubicBezTo>
                    <a:pt x="0" y="14702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2712192" cy="6472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lvl="0" indent="0" algn="ctr">
                <a:lnSpc>
                  <a:spcPts val="3220"/>
                </a:lnSpc>
              </a:pPr>
              <a:r>
                <a:rPr lang="en-US" sz="28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Seed Dispersal and Germination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43000" y="800100"/>
            <a:ext cx="16002000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9"/>
              </a:lnSpc>
            </a:pPr>
            <a:r>
              <a:rPr lang="en-US" sz="6999" b="1">
                <a:solidFill>
                  <a:srgbClr val="000001"/>
                </a:solidFill>
                <a:latin typeface="Gliker Semi-Bold"/>
                <a:ea typeface="Gliker Semi-Bold"/>
                <a:cs typeface="Gliker Semi-Bold"/>
                <a:sym typeface="Gliker Semi-Bold"/>
              </a:rPr>
              <a:t>Process of Fertilisation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43862" y="8086093"/>
            <a:ext cx="4200277" cy="107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5"/>
              </a:lnSpc>
              <a:spcBef>
                <a:spcPct val="0"/>
              </a:spcBef>
            </a:pPr>
            <a:r>
              <a:rPr lang="en-US" sz="2300" b="1" u="none" strike="noStrike" spc="-23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The ovule develops into a seed, and the flower’s ovary matures into a fruit, enclosing the seeds.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2953" y="4263139"/>
            <a:ext cx="5143500" cy="179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5"/>
              </a:lnSpc>
            </a:pPr>
            <a:r>
              <a:rPr lang="en-US" sz="2300" b="1" spc="-23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The pollen on the stigma germinates and sends a pollen tube down into the flower’s ovary. This tube delivers the male gametes to the ovule, where fertilisation occurs.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36744" y="4583554"/>
            <a:ext cx="4322556" cy="179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5"/>
              </a:lnSpc>
              <a:spcBef>
                <a:spcPct val="0"/>
              </a:spcBef>
            </a:pPr>
            <a:r>
              <a:rPr lang="en-US" sz="2300" b="1" u="none" strike="noStrike" spc="-23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rPr>
              <a:t>The mature fruit can be eaten by animals, carried by the wind, or float in water, allowing seeds to be carried to new locations and grow into a new plant.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568" y="-67614"/>
            <a:ext cx="9123532" cy="10841327"/>
            <a:chOff x="0" y="0"/>
            <a:chExt cx="1079500" cy="1079500"/>
          </a:xfrm>
        </p:grpSpPr>
        <p:sp>
          <p:nvSpPr>
            <p:cNvPr id="3" name="Freeform 3"/>
            <p:cNvSpPr/>
            <p:nvPr/>
          </p:nvSpPr>
          <p:spPr>
            <a:xfrm>
              <a:off x="645318" y="759974"/>
              <a:ext cx="5399344" cy="6429634"/>
            </a:xfrm>
            <a:custGeom>
              <a:avLst/>
              <a:gdLst/>
              <a:ahLst/>
              <a:cxnLst/>
              <a:rect l="l" t="t" r="r" b="b"/>
              <a:pathLst>
                <a:path w="5399344" h="6429634">
                  <a:moveTo>
                    <a:pt x="59240" y="0"/>
                  </a:moveTo>
                  <a:cubicBezTo>
                    <a:pt x="25388" y="0"/>
                    <a:pt x="0" y="30233"/>
                    <a:pt x="0" y="70544"/>
                  </a:cubicBezTo>
                  <a:cubicBezTo>
                    <a:pt x="0" y="110855"/>
                    <a:pt x="25388" y="141089"/>
                    <a:pt x="59240" y="141089"/>
                  </a:cubicBezTo>
                  <a:cubicBezTo>
                    <a:pt x="93092" y="141089"/>
                    <a:pt x="118480" y="110855"/>
                    <a:pt x="118480" y="70544"/>
                  </a:cubicBezTo>
                  <a:cubicBezTo>
                    <a:pt x="118480" y="30233"/>
                    <a:pt x="93092" y="0"/>
                    <a:pt x="59240" y="0"/>
                  </a:cubicBezTo>
                  <a:close/>
                  <a:moveTo>
                    <a:pt x="1379456" y="0"/>
                  </a:moveTo>
                  <a:cubicBezTo>
                    <a:pt x="1345604" y="0"/>
                    <a:pt x="1320215" y="30233"/>
                    <a:pt x="1320215" y="70544"/>
                  </a:cubicBezTo>
                  <a:cubicBezTo>
                    <a:pt x="1320215" y="110855"/>
                    <a:pt x="1345604" y="141089"/>
                    <a:pt x="1379456" y="141089"/>
                  </a:cubicBezTo>
                  <a:cubicBezTo>
                    <a:pt x="1413308" y="141089"/>
                    <a:pt x="1438696" y="110855"/>
                    <a:pt x="1438696" y="70544"/>
                  </a:cubicBezTo>
                  <a:cubicBezTo>
                    <a:pt x="1438696" y="30233"/>
                    <a:pt x="1413308" y="0"/>
                    <a:pt x="1379456" y="0"/>
                  </a:cubicBezTo>
                  <a:close/>
                  <a:moveTo>
                    <a:pt x="2699672" y="0"/>
                  </a:moveTo>
                  <a:cubicBezTo>
                    <a:pt x="2665820" y="0"/>
                    <a:pt x="2640431" y="30233"/>
                    <a:pt x="2640431" y="70544"/>
                  </a:cubicBezTo>
                  <a:cubicBezTo>
                    <a:pt x="2640431" y="110855"/>
                    <a:pt x="2665820" y="141089"/>
                    <a:pt x="2699672" y="141089"/>
                  </a:cubicBezTo>
                  <a:cubicBezTo>
                    <a:pt x="2733523" y="141089"/>
                    <a:pt x="2758912" y="110855"/>
                    <a:pt x="2758912" y="70544"/>
                  </a:cubicBezTo>
                  <a:cubicBezTo>
                    <a:pt x="2758912" y="30233"/>
                    <a:pt x="2733523" y="0"/>
                    <a:pt x="2699672" y="0"/>
                  </a:cubicBezTo>
                  <a:close/>
                  <a:moveTo>
                    <a:pt x="4019888" y="0"/>
                  </a:moveTo>
                  <a:cubicBezTo>
                    <a:pt x="3986036" y="0"/>
                    <a:pt x="3960647" y="30233"/>
                    <a:pt x="3960647" y="70544"/>
                  </a:cubicBezTo>
                  <a:cubicBezTo>
                    <a:pt x="3960647" y="110855"/>
                    <a:pt x="3986036" y="141089"/>
                    <a:pt x="4019888" y="141089"/>
                  </a:cubicBezTo>
                  <a:cubicBezTo>
                    <a:pt x="4053739" y="141089"/>
                    <a:pt x="4079128" y="110855"/>
                    <a:pt x="4079128" y="70544"/>
                  </a:cubicBezTo>
                  <a:cubicBezTo>
                    <a:pt x="4079128" y="30233"/>
                    <a:pt x="4053739" y="0"/>
                    <a:pt x="4019888" y="0"/>
                  </a:cubicBezTo>
                  <a:close/>
                  <a:moveTo>
                    <a:pt x="5340103" y="0"/>
                  </a:moveTo>
                  <a:cubicBezTo>
                    <a:pt x="5306251" y="0"/>
                    <a:pt x="5280863" y="30233"/>
                    <a:pt x="5280863" y="70544"/>
                  </a:cubicBezTo>
                  <a:cubicBezTo>
                    <a:pt x="5280863" y="110855"/>
                    <a:pt x="5306251" y="141089"/>
                    <a:pt x="5340103" y="141089"/>
                  </a:cubicBezTo>
                  <a:cubicBezTo>
                    <a:pt x="5373955" y="141089"/>
                    <a:pt x="5399343" y="110855"/>
                    <a:pt x="5399343" y="70544"/>
                  </a:cubicBezTo>
                  <a:cubicBezTo>
                    <a:pt x="5399343" y="30233"/>
                    <a:pt x="5373955" y="0"/>
                    <a:pt x="5340103" y="0"/>
                  </a:cubicBezTo>
                  <a:close/>
                  <a:moveTo>
                    <a:pt x="59240" y="1572136"/>
                  </a:moveTo>
                  <a:cubicBezTo>
                    <a:pt x="25388" y="1572136"/>
                    <a:pt x="0" y="1602369"/>
                    <a:pt x="0" y="1642681"/>
                  </a:cubicBezTo>
                  <a:cubicBezTo>
                    <a:pt x="0" y="1682992"/>
                    <a:pt x="25388" y="1713225"/>
                    <a:pt x="59240" y="1713225"/>
                  </a:cubicBezTo>
                  <a:cubicBezTo>
                    <a:pt x="93092" y="1713225"/>
                    <a:pt x="118480" y="1682992"/>
                    <a:pt x="118480" y="1642681"/>
                  </a:cubicBezTo>
                  <a:cubicBezTo>
                    <a:pt x="118480" y="1602369"/>
                    <a:pt x="93092" y="1572136"/>
                    <a:pt x="59240" y="1572136"/>
                  </a:cubicBezTo>
                  <a:close/>
                  <a:moveTo>
                    <a:pt x="1379456" y="1572136"/>
                  </a:moveTo>
                  <a:cubicBezTo>
                    <a:pt x="1345604" y="1572136"/>
                    <a:pt x="1320215" y="1602369"/>
                    <a:pt x="1320215" y="1642681"/>
                  </a:cubicBezTo>
                  <a:cubicBezTo>
                    <a:pt x="1320215" y="1682992"/>
                    <a:pt x="1345604" y="1713225"/>
                    <a:pt x="1379456" y="1713225"/>
                  </a:cubicBezTo>
                  <a:cubicBezTo>
                    <a:pt x="1413308" y="1713225"/>
                    <a:pt x="1438696" y="1682992"/>
                    <a:pt x="1438696" y="1642681"/>
                  </a:cubicBezTo>
                  <a:cubicBezTo>
                    <a:pt x="1438696" y="1602369"/>
                    <a:pt x="1413308" y="1572136"/>
                    <a:pt x="1379456" y="1572136"/>
                  </a:cubicBezTo>
                  <a:close/>
                  <a:moveTo>
                    <a:pt x="2699672" y="1572136"/>
                  </a:moveTo>
                  <a:cubicBezTo>
                    <a:pt x="2665820" y="1572136"/>
                    <a:pt x="2640431" y="1602369"/>
                    <a:pt x="2640431" y="1642681"/>
                  </a:cubicBezTo>
                  <a:cubicBezTo>
                    <a:pt x="2640431" y="1682992"/>
                    <a:pt x="2665820" y="1713225"/>
                    <a:pt x="2699672" y="1713225"/>
                  </a:cubicBezTo>
                  <a:cubicBezTo>
                    <a:pt x="2733523" y="1713225"/>
                    <a:pt x="2758912" y="1682992"/>
                    <a:pt x="2758912" y="1642681"/>
                  </a:cubicBezTo>
                  <a:cubicBezTo>
                    <a:pt x="2758912" y="1602369"/>
                    <a:pt x="2733523" y="1572136"/>
                    <a:pt x="2699672" y="1572136"/>
                  </a:cubicBezTo>
                  <a:close/>
                  <a:moveTo>
                    <a:pt x="4019888" y="1572136"/>
                  </a:moveTo>
                  <a:cubicBezTo>
                    <a:pt x="3986036" y="1572136"/>
                    <a:pt x="3960647" y="1602369"/>
                    <a:pt x="3960647" y="1642681"/>
                  </a:cubicBezTo>
                  <a:cubicBezTo>
                    <a:pt x="3960647" y="1682992"/>
                    <a:pt x="3986036" y="1713225"/>
                    <a:pt x="4019888" y="1713225"/>
                  </a:cubicBezTo>
                  <a:cubicBezTo>
                    <a:pt x="4053739" y="1713225"/>
                    <a:pt x="4079128" y="1682992"/>
                    <a:pt x="4079128" y="1642681"/>
                  </a:cubicBezTo>
                  <a:cubicBezTo>
                    <a:pt x="4079128" y="1602369"/>
                    <a:pt x="4053739" y="1572136"/>
                    <a:pt x="4019888" y="1572136"/>
                  </a:cubicBezTo>
                  <a:close/>
                  <a:moveTo>
                    <a:pt x="5340103" y="1572136"/>
                  </a:moveTo>
                  <a:cubicBezTo>
                    <a:pt x="5306251" y="1572136"/>
                    <a:pt x="5280863" y="1602369"/>
                    <a:pt x="5280863" y="1642681"/>
                  </a:cubicBezTo>
                  <a:cubicBezTo>
                    <a:pt x="5280863" y="1682992"/>
                    <a:pt x="5306251" y="1713225"/>
                    <a:pt x="5340103" y="1713225"/>
                  </a:cubicBezTo>
                  <a:cubicBezTo>
                    <a:pt x="5373955" y="1713225"/>
                    <a:pt x="5399343" y="1682992"/>
                    <a:pt x="5399343" y="1642681"/>
                  </a:cubicBezTo>
                  <a:cubicBezTo>
                    <a:pt x="5399343" y="1602369"/>
                    <a:pt x="5373955" y="1572136"/>
                    <a:pt x="5340103" y="1572136"/>
                  </a:cubicBezTo>
                  <a:close/>
                  <a:moveTo>
                    <a:pt x="59240" y="3144272"/>
                  </a:moveTo>
                  <a:cubicBezTo>
                    <a:pt x="25388" y="3144272"/>
                    <a:pt x="0" y="3174505"/>
                    <a:pt x="0" y="3214817"/>
                  </a:cubicBezTo>
                  <a:cubicBezTo>
                    <a:pt x="0" y="3255127"/>
                    <a:pt x="25388" y="3285361"/>
                    <a:pt x="59240" y="3285361"/>
                  </a:cubicBezTo>
                  <a:cubicBezTo>
                    <a:pt x="93092" y="3285361"/>
                    <a:pt x="118480" y="3255127"/>
                    <a:pt x="118480" y="3214817"/>
                  </a:cubicBezTo>
                  <a:cubicBezTo>
                    <a:pt x="118480" y="3174505"/>
                    <a:pt x="93092" y="3144272"/>
                    <a:pt x="59240" y="3144272"/>
                  </a:cubicBezTo>
                  <a:close/>
                  <a:moveTo>
                    <a:pt x="1379456" y="3144272"/>
                  </a:moveTo>
                  <a:cubicBezTo>
                    <a:pt x="1345604" y="3144272"/>
                    <a:pt x="1320215" y="3174505"/>
                    <a:pt x="1320215" y="3214817"/>
                  </a:cubicBezTo>
                  <a:cubicBezTo>
                    <a:pt x="1320215" y="3255127"/>
                    <a:pt x="1345604" y="3285361"/>
                    <a:pt x="1379456" y="3285361"/>
                  </a:cubicBezTo>
                  <a:cubicBezTo>
                    <a:pt x="1413308" y="3285361"/>
                    <a:pt x="1438696" y="3255127"/>
                    <a:pt x="1438696" y="3214817"/>
                  </a:cubicBezTo>
                  <a:cubicBezTo>
                    <a:pt x="1438696" y="3174505"/>
                    <a:pt x="1413308" y="3144272"/>
                    <a:pt x="1379456" y="3144272"/>
                  </a:cubicBezTo>
                  <a:close/>
                  <a:moveTo>
                    <a:pt x="2699672" y="3144272"/>
                  </a:moveTo>
                  <a:cubicBezTo>
                    <a:pt x="2665820" y="3144272"/>
                    <a:pt x="2640431" y="3174505"/>
                    <a:pt x="2640431" y="3214817"/>
                  </a:cubicBezTo>
                  <a:cubicBezTo>
                    <a:pt x="2640431" y="3255127"/>
                    <a:pt x="2665820" y="3285361"/>
                    <a:pt x="2699672" y="3285361"/>
                  </a:cubicBezTo>
                  <a:cubicBezTo>
                    <a:pt x="2733523" y="3285361"/>
                    <a:pt x="2758912" y="3255127"/>
                    <a:pt x="2758912" y="3214817"/>
                  </a:cubicBezTo>
                  <a:cubicBezTo>
                    <a:pt x="2758912" y="3174505"/>
                    <a:pt x="2733523" y="3144272"/>
                    <a:pt x="2699672" y="3144272"/>
                  </a:cubicBezTo>
                  <a:close/>
                  <a:moveTo>
                    <a:pt x="4019888" y="3144272"/>
                  </a:moveTo>
                  <a:cubicBezTo>
                    <a:pt x="3986036" y="3144272"/>
                    <a:pt x="3960647" y="3174505"/>
                    <a:pt x="3960647" y="3214817"/>
                  </a:cubicBezTo>
                  <a:cubicBezTo>
                    <a:pt x="3960647" y="3255127"/>
                    <a:pt x="3986036" y="3285361"/>
                    <a:pt x="4019888" y="3285361"/>
                  </a:cubicBezTo>
                  <a:cubicBezTo>
                    <a:pt x="4053739" y="3285361"/>
                    <a:pt x="4079128" y="3255127"/>
                    <a:pt x="4079128" y="3214817"/>
                  </a:cubicBezTo>
                  <a:cubicBezTo>
                    <a:pt x="4079128" y="3174505"/>
                    <a:pt x="4053739" y="3144272"/>
                    <a:pt x="4019888" y="3144272"/>
                  </a:cubicBezTo>
                  <a:close/>
                  <a:moveTo>
                    <a:pt x="5340103" y="3144272"/>
                  </a:moveTo>
                  <a:cubicBezTo>
                    <a:pt x="5306251" y="3144272"/>
                    <a:pt x="5280863" y="3174505"/>
                    <a:pt x="5280863" y="3214817"/>
                  </a:cubicBezTo>
                  <a:cubicBezTo>
                    <a:pt x="5280863" y="3255127"/>
                    <a:pt x="5306251" y="3285361"/>
                    <a:pt x="5340103" y="3285361"/>
                  </a:cubicBezTo>
                  <a:cubicBezTo>
                    <a:pt x="5373955" y="3285361"/>
                    <a:pt x="5399343" y="3255127"/>
                    <a:pt x="5399343" y="3214817"/>
                  </a:cubicBezTo>
                  <a:cubicBezTo>
                    <a:pt x="5399343" y="3174505"/>
                    <a:pt x="5373955" y="3144272"/>
                    <a:pt x="5340103" y="3144272"/>
                  </a:cubicBezTo>
                  <a:close/>
                  <a:moveTo>
                    <a:pt x="59240" y="4716408"/>
                  </a:moveTo>
                  <a:cubicBezTo>
                    <a:pt x="25388" y="4716408"/>
                    <a:pt x="0" y="4746642"/>
                    <a:pt x="0" y="4786953"/>
                  </a:cubicBezTo>
                  <a:cubicBezTo>
                    <a:pt x="0" y="4827264"/>
                    <a:pt x="25388" y="4857498"/>
                    <a:pt x="59240" y="4857498"/>
                  </a:cubicBezTo>
                  <a:cubicBezTo>
                    <a:pt x="93092" y="4857498"/>
                    <a:pt x="118480" y="4827264"/>
                    <a:pt x="118480" y="4786953"/>
                  </a:cubicBezTo>
                  <a:cubicBezTo>
                    <a:pt x="118480" y="4746642"/>
                    <a:pt x="93092" y="4716408"/>
                    <a:pt x="59240" y="4716408"/>
                  </a:cubicBezTo>
                  <a:close/>
                  <a:moveTo>
                    <a:pt x="1379456" y="4716408"/>
                  </a:moveTo>
                  <a:cubicBezTo>
                    <a:pt x="1345604" y="4716408"/>
                    <a:pt x="1320215" y="4746642"/>
                    <a:pt x="1320215" y="4786953"/>
                  </a:cubicBezTo>
                  <a:cubicBezTo>
                    <a:pt x="1320215" y="4827264"/>
                    <a:pt x="1345604" y="4857498"/>
                    <a:pt x="1379456" y="4857498"/>
                  </a:cubicBezTo>
                  <a:cubicBezTo>
                    <a:pt x="1413308" y="4857498"/>
                    <a:pt x="1438696" y="4827264"/>
                    <a:pt x="1438696" y="4786953"/>
                  </a:cubicBezTo>
                  <a:cubicBezTo>
                    <a:pt x="1438696" y="4746642"/>
                    <a:pt x="1413308" y="4716408"/>
                    <a:pt x="1379456" y="4716408"/>
                  </a:cubicBezTo>
                  <a:close/>
                  <a:moveTo>
                    <a:pt x="2699672" y="4716408"/>
                  </a:moveTo>
                  <a:cubicBezTo>
                    <a:pt x="2665820" y="4716408"/>
                    <a:pt x="2640431" y="4746642"/>
                    <a:pt x="2640431" y="4786953"/>
                  </a:cubicBezTo>
                  <a:cubicBezTo>
                    <a:pt x="2640431" y="4827264"/>
                    <a:pt x="2665820" y="4857498"/>
                    <a:pt x="2699672" y="4857498"/>
                  </a:cubicBezTo>
                  <a:cubicBezTo>
                    <a:pt x="2733523" y="4857498"/>
                    <a:pt x="2758912" y="4827264"/>
                    <a:pt x="2758912" y="4786953"/>
                  </a:cubicBezTo>
                  <a:cubicBezTo>
                    <a:pt x="2758912" y="4746642"/>
                    <a:pt x="2733523" y="4716408"/>
                    <a:pt x="2699672" y="4716408"/>
                  </a:cubicBezTo>
                  <a:close/>
                  <a:moveTo>
                    <a:pt x="4019888" y="4716408"/>
                  </a:moveTo>
                  <a:cubicBezTo>
                    <a:pt x="3986036" y="4716408"/>
                    <a:pt x="3960647" y="4746642"/>
                    <a:pt x="3960647" y="4786953"/>
                  </a:cubicBezTo>
                  <a:cubicBezTo>
                    <a:pt x="3960647" y="4827264"/>
                    <a:pt x="3986036" y="4857498"/>
                    <a:pt x="4019888" y="4857498"/>
                  </a:cubicBezTo>
                  <a:cubicBezTo>
                    <a:pt x="4053739" y="4857498"/>
                    <a:pt x="4079128" y="4827264"/>
                    <a:pt x="4079128" y="4786953"/>
                  </a:cubicBezTo>
                  <a:cubicBezTo>
                    <a:pt x="4079128" y="4746642"/>
                    <a:pt x="4053739" y="4716408"/>
                    <a:pt x="4019888" y="4716408"/>
                  </a:cubicBezTo>
                  <a:close/>
                  <a:moveTo>
                    <a:pt x="5340103" y="4716408"/>
                  </a:moveTo>
                  <a:cubicBezTo>
                    <a:pt x="5306251" y="4716408"/>
                    <a:pt x="5280863" y="4746642"/>
                    <a:pt x="5280863" y="4786953"/>
                  </a:cubicBezTo>
                  <a:cubicBezTo>
                    <a:pt x="5280863" y="4827264"/>
                    <a:pt x="5306251" y="4857498"/>
                    <a:pt x="5340103" y="4857498"/>
                  </a:cubicBezTo>
                  <a:cubicBezTo>
                    <a:pt x="5373955" y="4857498"/>
                    <a:pt x="5399343" y="4827264"/>
                    <a:pt x="5399343" y="4786953"/>
                  </a:cubicBezTo>
                  <a:cubicBezTo>
                    <a:pt x="5399343" y="4746642"/>
                    <a:pt x="5373955" y="4716408"/>
                    <a:pt x="5340103" y="4716408"/>
                  </a:cubicBezTo>
                  <a:close/>
                  <a:moveTo>
                    <a:pt x="59240" y="6288545"/>
                  </a:moveTo>
                  <a:cubicBezTo>
                    <a:pt x="25388" y="6288545"/>
                    <a:pt x="0" y="6318778"/>
                    <a:pt x="0" y="6359089"/>
                  </a:cubicBezTo>
                  <a:cubicBezTo>
                    <a:pt x="0" y="6399400"/>
                    <a:pt x="25388" y="6429634"/>
                    <a:pt x="59240" y="6429634"/>
                  </a:cubicBezTo>
                  <a:cubicBezTo>
                    <a:pt x="93092" y="6429634"/>
                    <a:pt x="118480" y="6399400"/>
                    <a:pt x="118480" y="6359089"/>
                  </a:cubicBezTo>
                  <a:cubicBezTo>
                    <a:pt x="118480" y="6318778"/>
                    <a:pt x="93092" y="6288545"/>
                    <a:pt x="59240" y="6288545"/>
                  </a:cubicBezTo>
                  <a:close/>
                  <a:moveTo>
                    <a:pt x="1379456" y="6288545"/>
                  </a:moveTo>
                  <a:cubicBezTo>
                    <a:pt x="1345604" y="6288545"/>
                    <a:pt x="1320215" y="6318778"/>
                    <a:pt x="1320215" y="6359089"/>
                  </a:cubicBezTo>
                  <a:cubicBezTo>
                    <a:pt x="1320215" y="6399400"/>
                    <a:pt x="1345604" y="6429634"/>
                    <a:pt x="1379456" y="6429634"/>
                  </a:cubicBezTo>
                  <a:cubicBezTo>
                    <a:pt x="1413308" y="6429634"/>
                    <a:pt x="1438696" y="6399400"/>
                    <a:pt x="1438696" y="6359089"/>
                  </a:cubicBezTo>
                  <a:cubicBezTo>
                    <a:pt x="1438696" y="6318778"/>
                    <a:pt x="1413308" y="6288545"/>
                    <a:pt x="1379456" y="6288545"/>
                  </a:cubicBezTo>
                  <a:close/>
                  <a:moveTo>
                    <a:pt x="2699672" y="6288545"/>
                  </a:moveTo>
                  <a:cubicBezTo>
                    <a:pt x="2665820" y="6288545"/>
                    <a:pt x="2640431" y="6318778"/>
                    <a:pt x="2640431" y="6359089"/>
                  </a:cubicBezTo>
                  <a:cubicBezTo>
                    <a:pt x="2640431" y="6399400"/>
                    <a:pt x="2665820" y="6429634"/>
                    <a:pt x="2699672" y="6429634"/>
                  </a:cubicBezTo>
                  <a:cubicBezTo>
                    <a:pt x="2733523" y="6429634"/>
                    <a:pt x="2758912" y="6399400"/>
                    <a:pt x="2758912" y="6359089"/>
                  </a:cubicBezTo>
                  <a:cubicBezTo>
                    <a:pt x="2758912" y="6318778"/>
                    <a:pt x="2733523" y="6288545"/>
                    <a:pt x="2699672" y="6288545"/>
                  </a:cubicBezTo>
                  <a:close/>
                  <a:moveTo>
                    <a:pt x="4019888" y="6288545"/>
                  </a:moveTo>
                  <a:cubicBezTo>
                    <a:pt x="3986036" y="6288545"/>
                    <a:pt x="3960647" y="6318778"/>
                    <a:pt x="3960647" y="6359089"/>
                  </a:cubicBezTo>
                  <a:cubicBezTo>
                    <a:pt x="3960647" y="6399400"/>
                    <a:pt x="3986036" y="6429634"/>
                    <a:pt x="4019888" y="6429634"/>
                  </a:cubicBezTo>
                  <a:cubicBezTo>
                    <a:pt x="4053739" y="6429634"/>
                    <a:pt x="4079128" y="6399400"/>
                    <a:pt x="4079128" y="6359089"/>
                  </a:cubicBezTo>
                  <a:cubicBezTo>
                    <a:pt x="4079128" y="6318778"/>
                    <a:pt x="4053739" y="6288545"/>
                    <a:pt x="4019888" y="6288545"/>
                  </a:cubicBezTo>
                  <a:close/>
                  <a:moveTo>
                    <a:pt x="5340103" y="6288545"/>
                  </a:moveTo>
                  <a:cubicBezTo>
                    <a:pt x="5306251" y="6288545"/>
                    <a:pt x="5280863" y="6318778"/>
                    <a:pt x="5280863" y="6359089"/>
                  </a:cubicBezTo>
                  <a:cubicBezTo>
                    <a:pt x="5280863" y="6399400"/>
                    <a:pt x="5306251" y="6429634"/>
                    <a:pt x="5340103" y="6429634"/>
                  </a:cubicBezTo>
                  <a:cubicBezTo>
                    <a:pt x="5373955" y="6429634"/>
                    <a:pt x="5399343" y="6399400"/>
                    <a:pt x="5399343" y="6359089"/>
                  </a:cubicBezTo>
                  <a:cubicBezTo>
                    <a:pt x="5399343" y="6318778"/>
                    <a:pt x="5373955" y="6288545"/>
                    <a:pt x="5340103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0" y="-190500"/>
            <a:ext cx="9334500" cy="10668000"/>
            <a:chOff x="0" y="0"/>
            <a:chExt cx="2458469" cy="28096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8469" cy="2809679"/>
            </a:xfrm>
            <a:custGeom>
              <a:avLst/>
              <a:gdLst/>
              <a:ahLst/>
              <a:cxnLst/>
              <a:rect l="l" t="t" r="r" b="b"/>
              <a:pathLst>
                <a:path w="2458469" h="2809679">
                  <a:moveTo>
                    <a:pt x="0" y="0"/>
                  </a:moveTo>
                  <a:lnTo>
                    <a:pt x="2458469" y="0"/>
                  </a:lnTo>
                  <a:lnTo>
                    <a:pt x="2458469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EAEEC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458469" cy="2819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8094" y="2825218"/>
            <a:ext cx="6096000" cy="4636564"/>
            <a:chOff x="0" y="0"/>
            <a:chExt cx="8128000" cy="6182085"/>
          </a:xfrm>
        </p:grpSpPr>
        <p:sp>
          <p:nvSpPr>
            <p:cNvPr id="8" name="TextBox 8"/>
            <p:cNvSpPr txBox="1"/>
            <p:nvPr/>
          </p:nvSpPr>
          <p:spPr>
            <a:xfrm>
              <a:off x="0" y="3955140"/>
              <a:ext cx="8128000" cy="2226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599" b="1" spc="-35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Can you propose one method by which non-flowering plants reproduce?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8128000" cy="316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200"/>
                </a:lnSpc>
              </a:pPr>
              <a:r>
                <a:rPr lang="en-US" sz="8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Thinking</a:t>
              </a:r>
            </a:p>
            <a:p>
              <a:pPr marL="0" lvl="0" indent="0" algn="ctr">
                <a:lnSpc>
                  <a:spcPts val="92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Time!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9937994" y="1870302"/>
            <a:ext cx="7746512" cy="5352136"/>
          </a:xfrm>
          <a:custGeom>
            <a:avLst/>
            <a:gdLst/>
            <a:ahLst/>
            <a:cxnLst/>
            <a:rect l="l" t="t" r="r" b="b"/>
            <a:pathLst>
              <a:path w="7746512" h="5352136">
                <a:moveTo>
                  <a:pt x="0" y="0"/>
                </a:moveTo>
                <a:lnTo>
                  <a:pt x="7746512" y="0"/>
                </a:lnTo>
                <a:lnTo>
                  <a:pt x="7746512" y="5352136"/>
                </a:lnTo>
                <a:lnTo>
                  <a:pt x="0" y="535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851386" y="7222438"/>
            <a:ext cx="2329230" cy="1194260"/>
          </a:xfrm>
          <a:custGeom>
            <a:avLst/>
            <a:gdLst/>
            <a:ahLst/>
            <a:cxnLst/>
            <a:rect l="l" t="t" r="r" b="b"/>
            <a:pathLst>
              <a:path w="2329230" h="1194260">
                <a:moveTo>
                  <a:pt x="0" y="0"/>
                </a:moveTo>
                <a:lnTo>
                  <a:pt x="2329230" y="0"/>
                </a:lnTo>
                <a:lnTo>
                  <a:pt x="2329230" y="1194260"/>
                </a:lnTo>
                <a:lnTo>
                  <a:pt x="0" y="119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0500"/>
            <a:ext cx="9334500" cy="10668000"/>
            <a:chOff x="0" y="0"/>
            <a:chExt cx="2458469" cy="2809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8469" cy="2809679"/>
            </a:xfrm>
            <a:custGeom>
              <a:avLst/>
              <a:gdLst/>
              <a:ahLst/>
              <a:cxnLst/>
              <a:rect l="l" t="t" r="r" b="b"/>
              <a:pathLst>
                <a:path w="2458469" h="2809679">
                  <a:moveTo>
                    <a:pt x="0" y="0"/>
                  </a:moveTo>
                  <a:lnTo>
                    <a:pt x="2458469" y="0"/>
                  </a:lnTo>
                  <a:lnTo>
                    <a:pt x="2458469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458469" cy="2819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-67614"/>
            <a:ext cx="9479451" cy="10841327"/>
            <a:chOff x="0" y="0"/>
            <a:chExt cx="1079500" cy="1079500"/>
          </a:xfrm>
        </p:grpSpPr>
        <p:sp>
          <p:nvSpPr>
            <p:cNvPr id="6" name="Freeform 6"/>
            <p:cNvSpPr/>
            <p:nvPr/>
          </p:nvSpPr>
          <p:spPr>
            <a:xfrm>
              <a:off x="669074" y="759974"/>
              <a:ext cx="5612815" cy="6429634"/>
            </a:xfrm>
            <a:custGeom>
              <a:avLst/>
              <a:gdLst/>
              <a:ahLst/>
              <a:cxnLst/>
              <a:rect l="l" t="t" r="r" b="b"/>
              <a:pathLst>
                <a:path w="5612815" h="6429634">
                  <a:moveTo>
                    <a:pt x="61582" y="0"/>
                  </a:moveTo>
                  <a:cubicBezTo>
                    <a:pt x="26392" y="0"/>
                    <a:pt x="0" y="30233"/>
                    <a:pt x="0" y="70544"/>
                  </a:cubicBezTo>
                  <a:cubicBezTo>
                    <a:pt x="0" y="110855"/>
                    <a:pt x="26392" y="141089"/>
                    <a:pt x="61582" y="141089"/>
                  </a:cubicBezTo>
                  <a:cubicBezTo>
                    <a:pt x="96772" y="141089"/>
                    <a:pt x="123165" y="110855"/>
                    <a:pt x="123165" y="70544"/>
                  </a:cubicBezTo>
                  <a:cubicBezTo>
                    <a:pt x="123165" y="30233"/>
                    <a:pt x="96772" y="0"/>
                    <a:pt x="61582" y="0"/>
                  </a:cubicBezTo>
                  <a:close/>
                  <a:moveTo>
                    <a:pt x="1433995" y="0"/>
                  </a:moveTo>
                  <a:cubicBezTo>
                    <a:pt x="1398805" y="0"/>
                    <a:pt x="1372412" y="30233"/>
                    <a:pt x="1372412" y="70544"/>
                  </a:cubicBezTo>
                  <a:cubicBezTo>
                    <a:pt x="1372412" y="110855"/>
                    <a:pt x="1398805" y="141089"/>
                    <a:pt x="1433995" y="141089"/>
                  </a:cubicBezTo>
                  <a:cubicBezTo>
                    <a:pt x="1469185" y="141089"/>
                    <a:pt x="1495578" y="110855"/>
                    <a:pt x="1495578" y="70544"/>
                  </a:cubicBezTo>
                  <a:cubicBezTo>
                    <a:pt x="1495578" y="30233"/>
                    <a:pt x="1469185" y="0"/>
                    <a:pt x="1433995" y="0"/>
                  </a:cubicBezTo>
                  <a:close/>
                  <a:moveTo>
                    <a:pt x="2806408" y="0"/>
                  </a:moveTo>
                  <a:cubicBezTo>
                    <a:pt x="2771217" y="0"/>
                    <a:pt x="2744825" y="30233"/>
                    <a:pt x="2744825" y="70544"/>
                  </a:cubicBezTo>
                  <a:cubicBezTo>
                    <a:pt x="2744825" y="110855"/>
                    <a:pt x="2771217" y="141089"/>
                    <a:pt x="2806408" y="141089"/>
                  </a:cubicBezTo>
                  <a:cubicBezTo>
                    <a:pt x="2841598" y="141089"/>
                    <a:pt x="2867990" y="110855"/>
                    <a:pt x="2867990" y="70544"/>
                  </a:cubicBezTo>
                  <a:cubicBezTo>
                    <a:pt x="2867990" y="30233"/>
                    <a:pt x="2841598" y="0"/>
                    <a:pt x="2806408" y="0"/>
                  </a:cubicBezTo>
                  <a:close/>
                  <a:moveTo>
                    <a:pt x="4178820" y="0"/>
                  </a:moveTo>
                  <a:cubicBezTo>
                    <a:pt x="4143630" y="0"/>
                    <a:pt x="4117237" y="30233"/>
                    <a:pt x="4117237" y="70544"/>
                  </a:cubicBezTo>
                  <a:cubicBezTo>
                    <a:pt x="4117237" y="110855"/>
                    <a:pt x="4143630" y="141089"/>
                    <a:pt x="4178820" y="141089"/>
                  </a:cubicBezTo>
                  <a:cubicBezTo>
                    <a:pt x="4214010" y="141089"/>
                    <a:pt x="4240403" y="110855"/>
                    <a:pt x="4240403" y="70544"/>
                  </a:cubicBezTo>
                  <a:cubicBezTo>
                    <a:pt x="4240403" y="30233"/>
                    <a:pt x="4214010" y="0"/>
                    <a:pt x="4178820" y="0"/>
                  </a:cubicBezTo>
                  <a:close/>
                  <a:moveTo>
                    <a:pt x="5551232" y="0"/>
                  </a:moveTo>
                  <a:cubicBezTo>
                    <a:pt x="5516042" y="0"/>
                    <a:pt x="5489650" y="30233"/>
                    <a:pt x="5489650" y="70544"/>
                  </a:cubicBezTo>
                  <a:cubicBezTo>
                    <a:pt x="5489650" y="110855"/>
                    <a:pt x="5516042" y="141089"/>
                    <a:pt x="5551232" y="141089"/>
                  </a:cubicBezTo>
                  <a:cubicBezTo>
                    <a:pt x="5586422" y="141089"/>
                    <a:pt x="5612815" y="110855"/>
                    <a:pt x="5612815" y="70544"/>
                  </a:cubicBezTo>
                  <a:cubicBezTo>
                    <a:pt x="5612815" y="30233"/>
                    <a:pt x="5586422" y="0"/>
                    <a:pt x="5551232" y="0"/>
                  </a:cubicBezTo>
                  <a:close/>
                  <a:moveTo>
                    <a:pt x="61582" y="1572136"/>
                  </a:moveTo>
                  <a:cubicBezTo>
                    <a:pt x="26392" y="1572136"/>
                    <a:pt x="0" y="1602369"/>
                    <a:pt x="0" y="1642681"/>
                  </a:cubicBezTo>
                  <a:cubicBezTo>
                    <a:pt x="0" y="1682992"/>
                    <a:pt x="26392" y="1713225"/>
                    <a:pt x="61582" y="1713225"/>
                  </a:cubicBezTo>
                  <a:cubicBezTo>
                    <a:pt x="96772" y="1713225"/>
                    <a:pt x="123165" y="1682992"/>
                    <a:pt x="123165" y="1642681"/>
                  </a:cubicBezTo>
                  <a:cubicBezTo>
                    <a:pt x="123165" y="1602369"/>
                    <a:pt x="96772" y="1572136"/>
                    <a:pt x="61582" y="1572136"/>
                  </a:cubicBezTo>
                  <a:close/>
                  <a:moveTo>
                    <a:pt x="1433995" y="1572136"/>
                  </a:moveTo>
                  <a:cubicBezTo>
                    <a:pt x="1398805" y="1572136"/>
                    <a:pt x="1372412" y="1602369"/>
                    <a:pt x="1372412" y="1642681"/>
                  </a:cubicBezTo>
                  <a:cubicBezTo>
                    <a:pt x="1372412" y="1682992"/>
                    <a:pt x="1398805" y="1713225"/>
                    <a:pt x="1433995" y="1713225"/>
                  </a:cubicBezTo>
                  <a:cubicBezTo>
                    <a:pt x="1469185" y="1713225"/>
                    <a:pt x="1495578" y="1682992"/>
                    <a:pt x="1495578" y="1642681"/>
                  </a:cubicBezTo>
                  <a:cubicBezTo>
                    <a:pt x="1495578" y="1602369"/>
                    <a:pt x="1469185" y="1572136"/>
                    <a:pt x="1433995" y="1572136"/>
                  </a:cubicBezTo>
                  <a:close/>
                  <a:moveTo>
                    <a:pt x="2806408" y="1572136"/>
                  </a:moveTo>
                  <a:cubicBezTo>
                    <a:pt x="2771217" y="1572136"/>
                    <a:pt x="2744825" y="1602369"/>
                    <a:pt x="2744825" y="1642681"/>
                  </a:cubicBezTo>
                  <a:cubicBezTo>
                    <a:pt x="2744825" y="1682992"/>
                    <a:pt x="2771217" y="1713225"/>
                    <a:pt x="2806408" y="1713225"/>
                  </a:cubicBezTo>
                  <a:cubicBezTo>
                    <a:pt x="2841598" y="1713225"/>
                    <a:pt x="2867990" y="1682992"/>
                    <a:pt x="2867990" y="1642681"/>
                  </a:cubicBezTo>
                  <a:cubicBezTo>
                    <a:pt x="2867990" y="1602369"/>
                    <a:pt x="2841598" y="1572136"/>
                    <a:pt x="2806408" y="1572136"/>
                  </a:cubicBezTo>
                  <a:close/>
                  <a:moveTo>
                    <a:pt x="4178820" y="1572136"/>
                  </a:moveTo>
                  <a:cubicBezTo>
                    <a:pt x="4143630" y="1572136"/>
                    <a:pt x="4117237" y="1602369"/>
                    <a:pt x="4117237" y="1642681"/>
                  </a:cubicBezTo>
                  <a:cubicBezTo>
                    <a:pt x="4117237" y="1682992"/>
                    <a:pt x="4143630" y="1713225"/>
                    <a:pt x="4178820" y="1713225"/>
                  </a:cubicBezTo>
                  <a:cubicBezTo>
                    <a:pt x="4214010" y="1713225"/>
                    <a:pt x="4240403" y="1682992"/>
                    <a:pt x="4240403" y="1642681"/>
                  </a:cubicBezTo>
                  <a:cubicBezTo>
                    <a:pt x="4240403" y="1602369"/>
                    <a:pt x="4214010" y="1572136"/>
                    <a:pt x="4178820" y="1572136"/>
                  </a:cubicBezTo>
                  <a:close/>
                  <a:moveTo>
                    <a:pt x="5551232" y="1572136"/>
                  </a:moveTo>
                  <a:cubicBezTo>
                    <a:pt x="5516042" y="1572136"/>
                    <a:pt x="5489650" y="1602369"/>
                    <a:pt x="5489650" y="1642681"/>
                  </a:cubicBezTo>
                  <a:cubicBezTo>
                    <a:pt x="5489650" y="1682992"/>
                    <a:pt x="5516042" y="1713225"/>
                    <a:pt x="5551232" y="1713225"/>
                  </a:cubicBezTo>
                  <a:cubicBezTo>
                    <a:pt x="5586422" y="1713225"/>
                    <a:pt x="5612815" y="1682992"/>
                    <a:pt x="5612815" y="1642681"/>
                  </a:cubicBezTo>
                  <a:cubicBezTo>
                    <a:pt x="5612815" y="1602369"/>
                    <a:pt x="5586422" y="1572136"/>
                    <a:pt x="5551232" y="1572136"/>
                  </a:cubicBezTo>
                  <a:close/>
                  <a:moveTo>
                    <a:pt x="61582" y="3144272"/>
                  </a:moveTo>
                  <a:cubicBezTo>
                    <a:pt x="26392" y="3144272"/>
                    <a:pt x="0" y="3174505"/>
                    <a:pt x="0" y="3214817"/>
                  </a:cubicBezTo>
                  <a:cubicBezTo>
                    <a:pt x="0" y="3255127"/>
                    <a:pt x="26392" y="3285361"/>
                    <a:pt x="61582" y="3285361"/>
                  </a:cubicBezTo>
                  <a:cubicBezTo>
                    <a:pt x="96772" y="3285361"/>
                    <a:pt x="123165" y="3255127"/>
                    <a:pt x="123165" y="3214817"/>
                  </a:cubicBezTo>
                  <a:cubicBezTo>
                    <a:pt x="123165" y="3174505"/>
                    <a:pt x="96772" y="3144272"/>
                    <a:pt x="61582" y="3144272"/>
                  </a:cubicBezTo>
                  <a:close/>
                  <a:moveTo>
                    <a:pt x="1433995" y="3144272"/>
                  </a:moveTo>
                  <a:cubicBezTo>
                    <a:pt x="1398805" y="3144272"/>
                    <a:pt x="1372412" y="3174505"/>
                    <a:pt x="1372412" y="3214817"/>
                  </a:cubicBezTo>
                  <a:cubicBezTo>
                    <a:pt x="1372412" y="3255127"/>
                    <a:pt x="1398805" y="3285361"/>
                    <a:pt x="1433995" y="3285361"/>
                  </a:cubicBezTo>
                  <a:cubicBezTo>
                    <a:pt x="1469185" y="3285361"/>
                    <a:pt x="1495578" y="3255127"/>
                    <a:pt x="1495578" y="3214817"/>
                  </a:cubicBezTo>
                  <a:cubicBezTo>
                    <a:pt x="1495578" y="3174505"/>
                    <a:pt x="1469185" y="3144272"/>
                    <a:pt x="1433995" y="3144272"/>
                  </a:cubicBezTo>
                  <a:close/>
                  <a:moveTo>
                    <a:pt x="2806408" y="3144272"/>
                  </a:moveTo>
                  <a:cubicBezTo>
                    <a:pt x="2771217" y="3144272"/>
                    <a:pt x="2744825" y="3174505"/>
                    <a:pt x="2744825" y="3214817"/>
                  </a:cubicBezTo>
                  <a:cubicBezTo>
                    <a:pt x="2744825" y="3255127"/>
                    <a:pt x="2771217" y="3285361"/>
                    <a:pt x="2806408" y="3285361"/>
                  </a:cubicBezTo>
                  <a:cubicBezTo>
                    <a:pt x="2841598" y="3285361"/>
                    <a:pt x="2867990" y="3255127"/>
                    <a:pt x="2867990" y="3214817"/>
                  </a:cubicBezTo>
                  <a:cubicBezTo>
                    <a:pt x="2867990" y="3174505"/>
                    <a:pt x="2841598" y="3144272"/>
                    <a:pt x="2806408" y="3144272"/>
                  </a:cubicBezTo>
                  <a:close/>
                  <a:moveTo>
                    <a:pt x="4178820" y="3144272"/>
                  </a:moveTo>
                  <a:cubicBezTo>
                    <a:pt x="4143630" y="3144272"/>
                    <a:pt x="4117237" y="3174505"/>
                    <a:pt x="4117237" y="3214817"/>
                  </a:cubicBezTo>
                  <a:cubicBezTo>
                    <a:pt x="4117237" y="3255127"/>
                    <a:pt x="4143630" y="3285361"/>
                    <a:pt x="4178820" y="3285361"/>
                  </a:cubicBezTo>
                  <a:cubicBezTo>
                    <a:pt x="4214010" y="3285361"/>
                    <a:pt x="4240403" y="3255127"/>
                    <a:pt x="4240403" y="3214817"/>
                  </a:cubicBezTo>
                  <a:cubicBezTo>
                    <a:pt x="4240403" y="3174505"/>
                    <a:pt x="4214010" y="3144272"/>
                    <a:pt x="4178820" y="3144272"/>
                  </a:cubicBezTo>
                  <a:close/>
                  <a:moveTo>
                    <a:pt x="5551232" y="3144272"/>
                  </a:moveTo>
                  <a:cubicBezTo>
                    <a:pt x="5516042" y="3144272"/>
                    <a:pt x="5489650" y="3174505"/>
                    <a:pt x="5489650" y="3214817"/>
                  </a:cubicBezTo>
                  <a:cubicBezTo>
                    <a:pt x="5489650" y="3255127"/>
                    <a:pt x="5516042" y="3285361"/>
                    <a:pt x="5551232" y="3285361"/>
                  </a:cubicBezTo>
                  <a:cubicBezTo>
                    <a:pt x="5586422" y="3285361"/>
                    <a:pt x="5612815" y="3255127"/>
                    <a:pt x="5612815" y="3214817"/>
                  </a:cubicBezTo>
                  <a:cubicBezTo>
                    <a:pt x="5612815" y="3174505"/>
                    <a:pt x="5586422" y="3144272"/>
                    <a:pt x="5551232" y="3144272"/>
                  </a:cubicBezTo>
                  <a:close/>
                  <a:moveTo>
                    <a:pt x="61582" y="4716408"/>
                  </a:moveTo>
                  <a:cubicBezTo>
                    <a:pt x="26392" y="4716408"/>
                    <a:pt x="0" y="4746642"/>
                    <a:pt x="0" y="4786953"/>
                  </a:cubicBezTo>
                  <a:cubicBezTo>
                    <a:pt x="0" y="4827264"/>
                    <a:pt x="26392" y="4857498"/>
                    <a:pt x="61582" y="4857498"/>
                  </a:cubicBezTo>
                  <a:cubicBezTo>
                    <a:pt x="96772" y="4857498"/>
                    <a:pt x="123165" y="4827264"/>
                    <a:pt x="123165" y="4786953"/>
                  </a:cubicBezTo>
                  <a:cubicBezTo>
                    <a:pt x="123165" y="4746642"/>
                    <a:pt x="96772" y="4716408"/>
                    <a:pt x="61582" y="4716408"/>
                  </a:cubicBezTo>
                  <a:close/>
                  <a:moveTo>
                    <a:pt x="1433995" y="4716408"/>
                  </a:moveTo>
                  <a:cubicBezTo>
                    <a:pt x="1398805" y="4716408"/>
                    <a:pt x="1372412" y="4746642"/>
                    <a:pt x="1372412" y="4786953"/>
                  </a:cubicBezTo>
                  <a:cubicBezTo>
                    <a:pt x="1372412" y="4827264"/>
                    <a:pt x="1398805" y="4857498"/>
                    <a:pt x="1433995" y="4857498"/>
                  </a:cubicBezTo>
                  <a:cubicBezTo>
                    <a:pt x="1469185" y="4857498"/>
                    <a:pt x="1495578" y="4827264"/>
                    <a:pt x="1495578" y="4786953"/>
                  </a:cubicBezTo>
                  <a:cubicBezTo>
                    <a:pt x="1495578" y="4746642"/>
                    <a:pt x="1469185" y="4716408"/>
                    <a:pt x="1433995" y="4716408"/>
                  </a:cubicBezTo>
                  <a:close/>
                  <a:moveTo>
                    <a:pt x="2806408" y="4716408"/>
                  </a:moveTo>
                  <a:cubicBezTo>
                    <a:pt x="2771217" y="4716408"/>
                    <a:pt x="2744825" y="4746642"/>
                    <a:pt x="2744825" y="4786953"/>
                  </a:cubicBezTo>
                  <a:cubicBezTo>
                    <a:pt x="2744825" y="4827264"/>
                    <a:pt x="2771217" y="4857498"/>
                    <a:pt x="2806408" y="4857498"/>
                  </a:cubicBezTo>
                  <a:cubicBezTo>
                    <a:pt x="2841598" y="4857498"/>
                    <a:pt x="2867990" y="4827264"/>
                    <a:pt x="2867990" y="4786953"/>
                  </a:cubicBezTo>
                  <a:cubicBezTo>
                    <a:pt x="2867990" y="4746642"/>
                    <a:pt x="2841598" y="4716408"/>
                    <a:pt x="2806408" y="4716408"/>
                  </a:cubicBezTo>
                  <a:close/>
                  <a:moveTo>
                    <a:pt x="4178820" y="4716408"/>
                  </a:moveTo>
                  <a:cubicBezTo>
                    <a:pt x="4143630" y="4716408"/>
                    <a:pt x="4117237" y="4746642"/>
                    <a:pt x="4117237" y="4786953"/>
                  </a:cubicBezTo>
                  <a:cubicBezTo>
                    <a:pt x="4117237" y="4827264"/>
                    <a:pt x="4143630" y="4857498"/>
                    <a:pt x="4178820" y="4857498"/>
                  </a:cubicBezTo>
                  <a:cubicBezTo>
                    <a:pt x="4214010" y="4857498"/>
                    <a:pt x="4240403" y="4827264"/>
                    <a:pt x="4240403" y="4786953"/>
                  </a:cubicBezTo>
                  <a:cubicBezTo>
                    <a:pt x="4240403" y="4746642"/>
                    <a:pt x="4214010" y="4716408"/>
                    <a:pt x="4178820" y="4716408"/>
                  </a:cubicBezTo>
                  <a:close/>
                  <a:moveTo>
                    <a:pt x="5551232" y="4716408"/>
                  </a:moveTo>
                  <a:cubicBezTo>
                    <a:pt x="5516042" y="4716408"/>
                    <a:pt x="5489650" y="4746642"/>
                    <a:pt x="5489650" y="4786953"/>
                  </a:cubicBezTo>
                  <a:cubicBezTo>
                    <a:pt x="5489650" y="4827264"/>
                    <a:pt x="5516042" y="4857498"/>
                    <a:pt x="5551232" y="4857498"/>
                  </a:cubicBezTo>
                  <a:cubicBezTo>
                    <a:pt x="5586422" y="4857498"/>
                    <a:pt x="5612815" y="4827264"/>
                    <a:pt x="5612815" y="4786953"/>
                  </a:cubicBezTo>
                  <a:cubicBezTo>
                    <a:pt x="5612815" y="4746642"/>
                    <a:pt x="5586422" y="4716408"/>
                    <a:pt x="5551232" y="4716408"/>
                  </a:cubicBezTo>
                  <a:close/>
                  <a:moveTo>
                    <a:pt x="61582" y="6288545"/>
                  </a:moveTo>
                  <a:cubicBezTo>
                    <a:pt x="26392" y="6288545"/>
                    <a:pt x="0" y="6318778"/>
                    <a:pt x="0" y="6359089"/>
                  </a:cubicBezTo>
                  <a:cubicBezTo>
                    <a:pt x="0" y="6399400"/>
                    <a:pt x="26392" y="6429634"/>
                    <a:pt x="61582" y="6429634"/>
                  </a:cubicBezTo>
                  <a:cubicBezTo>
                    <a:pt x="96772" y="6429634"/>
                    <a:pt x="123165" y="6399400"/>
                    <a:pt x="123165" y="6359089"/>
                  </a:cubicBezTo>
                  <a:cubicBezTo>
                    <a:pt x="123165" y="6318778"/>
                    <a:pt x="96772" y="6288545"/>
                    <a:pt x="61582" y="6288545"/>
                  </a:cubicBezTo>
                  <a:close/>
                  <a:moveTo>
                    <a:pt x="1433995" y="6288545"/>
                  </a:moveTo>
                  <a:cubicBezTo>
                    <a:pt x="1398805" y="6288545"/>
                    <a:pt x="1372412" y="6318778"/>
                    <a:pt x="1372412" y="6359089"/>
                  </a:cubicBezTo>
                  <a:cubicBezTo>
                    <a:pt x="1372412" y="6399400"/>
                    <a:pt x="1398805" y="6429634"/>
                    <a:pt x="1433995" y="6429634"/>
                  </a:cubicBezTo>
                  <a:cubicBezTo>
                    <a:pt x="1469185" y="6429634"/>
                    <a:pt x="1495578" y="6399400"/>
                    <a:pt x="1495578" y="6359089"/>
                  </a:cubicBezTo>
                  <a:cubicBezTo>
                    <a:pt x="1495578" y="6318778"/>
                    <a:pt x="1469185" y="6288545"/>
                    <a:pt x="1433995" y="6288545"/>
                  </a:cubicBezTo>
                  <a:close/>
                  <a:moveTo>
                    <a:pt x="2806408" y="6288545"/>
                  </a:moveTo>
                  <a:cubicBezTo>
                    <a:pt x="2771217" y="6288545"/>
                    <a:pt x="2744825" y="6318778"/>
                    <a:pt x="2744825" y="6359089"/>
                  </a:cubicBezTo>
                  <a:cubicBezTo>
                    <a:pt x="2744825" y="6399400"/>
                    <a:pt x="2771217" y="6429634"/>
                    <a:pt x="2806408" y="6429634"/>
                  </a:cubicBezTo>
                  <a:cubicBezTo>
                    <a:pt x="2841598" y="6429634"/>
                    <a:pt x="2867990" y="6399400"/>
                    <a:pt x="2867990" y="6359089"/>
                  </a:cubicBezTo>
                  <a:cubicBezTo>
                    <a:pt x="2867990" y="6318778"/>
                    <a:pt x="2841598" y="6288545"/>
                    <a:pt x="2806408" y="6288545"/>
                  </a:cubicBezTo>
                  <a:close/>
                  <a:moveTo>
                    <a:pt x="4178820" y="6288545"/>
                  </a:moveTo>
                  <a:cubicBezTo>
                    <a:pt x="4143630" y="6288545"/>
                    <a:pt x="4117237" y="6318778"/>
                    <a:pt x="4117237" y="6359089"/>
                  </a:cubicBezTo>
                  <a:cubicBezTo>
                    <a:pt x="4117237" y="6399400"/>
                    <a:pt x="4143630" y="6429634"/>
                    <a:pt x="4178820" y="6429634"/>
                  </a:cubicBezTo>
                  <a:cubicBezTo>
                    <a:pt x="4214010" y="6429634"/>
                    <a:pt x="4240403" y="6399400"/>
                    <a:pt x="4240403" y="6359089"/>
                  </a:cubicBezTo>
                  <a:cubicBezTo>
                    <a:pt x="4240403" y="6318778"/>
                    <a:pt x="4214010" y="6288545"/>
                    <a:pt x="4178820" y="6288545"/>
                  </a:cubicBezTo>
                  <a:close/>
                  <a:moveTo>
                    <a:pt x="5551232" y="6288545"/>
                  </a:moveTo>
                  <a:cubicBezTo>
                    <a:pt x="5516042" y="6288545"/>
                    <a:pt x="5489650" y="6318778"/>
                    <a:pt x="5489650" y="6359089"/>
                  </a:cubicBezTo>
                  <a:cubicBezTo>
                    <a:pt x="5489650" y="6399400"/>
                    <a:pt x="5516042" y="6429634"/>
                    <a:pt x="5551232" y="6429634"/>
                  </a:cubicBezTo>
                  <a:cubicBezTo>
                    <a:pt x="5586422" y="6429634"/>
                    <a:pt x="5612815" y="6399400"/>
                    <a:pt x="5612815" y="6359089"/>
                  </a:cubicBezTo>
                  <a:cubicBezTo>
                    <a:pt x="5612815" y="6318778"/>
                    <a:pt x="5586422" y="6288545"/>
                    <a:pt x="5551232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36799" y="590413"/>
            <a:ext cx="8158402" cy="9106174"/>
            <a:chOff x="0" y="0"/>
            <a:chExt cx="1371050" cy="15303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1050" cy="1530326"/>
            </a:xfrm>
            <a:custGeom>
              <a:avLst/>
              <a:gdLst/>
              <a:ahLst/>
              <a:cxnLst/>
              <a:rect l="l" t="t" r="r" b="b"/>
              <a:pathLst>
                <a:path w="1371050" h="1530326">
                  <a:moveTo>
                    <a:pt x="37958" y="0"/>
                  </a:moveTo>
                  <a:lnTo>
                    <a:pt x="1333092" y="0"/>
                  </a:lnTo>
                  <a:cubicBezTo>
                    <a:pt x="1343159" y="0"/>
                    <a:pt x="1352814" y="3999"/>
                    <a:pt x="1359932" y="11118"/>
                  </a:cubicBezTo>
                  <a:cubicBezTo>
                    <a:pt x="1367051" y="18236"/>
                    <a:pt x="1371050" y="27891"/>
                    <a:pt x="1371050" y="37958"/>
                  </a:cubicBezTo>
                  <a:lnTo>
                    <a:pt x="1371050" y="1492368"/>
                  </a:lnTo>
                  <a:cubicBezTo>
                    <a:pt x="1371050" y="1502435"/>
                    <a:pt x="1367051" y="1512090"/>
                    <a:pt x="1359932" y="1519209"/>
                  </a:cubicBezTo>
                  <a:cubicBezTo>
                    <a:pt x="1352814" y="1526327"/>
                    <a:pt x="1343159" y="1530326"/>
                    <a:pt x="1333092" y="1530326"/>
                  </a:cubicBezTo>
                  <a:lnTo>
                    <a:pt x="37958" y="1530326"/>
                  </a:lnTo>
                  <a:cubicBezTo>
                    <a:pt x="27891" y="1530326"/>
                    <a:pt x="18236" y="1526327"/>
                    <a:pt x="11118" y="1519209"/>
                  </a:cubicBezTo>
                  <a:cubicBezTo>
                    <a:pt x="3999" y="1512090"/>
                    <a:pt x="0" y="1502435"/>
                    <a:pt x="0" y="1492368"/>
                  </a:cubicBezTo>
                  <a:lnTo>
                    <a:pt x="0" y="37958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8" y="0"/>
                  </a:cubicBezTo>
                  <a:close/>
                </a:path>
              </a:pathLst>
            </a:custGeom>
            <a:blipFill>
              <a:blip r:embed="rId2"/>
              <a:stretch>
                <a:fillRect l="-39670" r="-27860"/>
              </a:stretch>
            </a:blipFill>
            <a:ln w="28575" cap="rnd">
              <a:solidFill>
                <a:srgbClr val="000001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22996" y="2124979"/>
            <a:ext cx="6724770" cy="6037043"/>
            <a:chOff x="0" y="0"/>
            <a:chExt cx="8966361" cy="804939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11135"/>
              <a:ext cx="8966361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49"/>
                </a:lnSpc>
              </a:pPr>
              <a:r>
                <a:rPr lang="en-US" sz="6999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Thinking Time!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101479" y="2664829"/>
              <a:ext cx="6763403" cy="969096"/>
              <a:chOff x="0" y="0"/>
              <a:chExt cx="3182778" cy="45604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182778" cy="456045"/>
              </a:xfrm>
              <a:custGeom>
                <a:avLst/>
                <a:gdLst/>
                <a:ahLst/>
                <a:cxnLst/>
                <a:rect l="l" t="t" r="r" b="b"/>
                <a:pathLst>
                  <a:path w="3182778" h="456045">
                    <a:moveTo>
                      <a:pt x="2979578" y="0"/>
                    </a:moveTo>
                    <a:cubicBezTo>
                      <a:pt x="3091802" y="0"/>
                      <a:pt x="3182778" y="102089"/>
                      <a:pt x="3182778" y="228023"/>
                    </a:cubicBezTo>
                    <a:cubicBezTo>
                      <a:pt x="3182778" y="353956"/>
                      <a:pt x="3091802" y="456045"/>
                      <a:pt x="2979578" y="456045"/>
                    </a:cubicBezTo>
                    <a:lnTo>
                      <a:pt x="203200" y="456045"/>
                    </a:lnTo>
                    <a:cubicBezTo>
                      <a:pt x="90976" y="456045"/>
                      <a:pt x="0" y="353956"/>
                      <a:pt x="0" y="228023"/>
                    </a:cubicBezTo>
                    <a:cubicBezTo>
                      <a:pt x="0" y="102089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1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19050"/>
                <a:ext cx="3182778" cy="436995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marL="0" lvl="0" indent="0" algn="ctr">
                  <a:lnSpc>
                    <a:spcPts val="3680"/>
                  </a:lnSpc>
                </a:pPr>
                <a:r>
                  <a:rPr lang="en-US" sz="3200" b="1">
                    <a:solidFill>
                      <a:srgbClr val="000001"/>
                    </a:solidFill>
                    <a:latin typeface="Gliker Semi-Bold"/>
                    <a:ea typeface="Gliker Semi-Bold"/>
                    <a:cs typeface="Gliker Semi-Bold"/>
                    <a:sym typeface="Gliker Semi-Bold"/>
                  </a:rPr>
                  <a:t>Spore Production:</a:t>
                </a: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3974172"/>
              <a:ext cx="8966361" cy="407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Non-flowering plants like ferns, mosses and algae release tiny reproductive structures called spores.</a:t>
              </a:r>
            </a:p>
            <a:p>
              <a:pPr algn="ctr">
                <a:lnSpc>
                  <a:spcPts val="3499"/>
                </a:lnSpc>
              </a:pPr>
              <a:endParaRPr lang="en-US" sz="2799" b="1" spc="-27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  <a:p>
              <a:pPr algn="ctr">
                <a:lnSpc>
                  <a:spcPts val="3499"/>
                </a:lnSpc>
              </a:pPr>
              <a:r>
                <a:rPr lang="en-US" sz="2799" b="1" spc="-27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These spores can be carried by wind or water to new locations, where they can grow into new plants.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966361" cy="448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50"/>
                </a:lnSpc>
              </a:pPr>
              <a:r>
                <a:rPr lang="en-US" sz="2200" b="1" spc="110">
                  <a:solidFill>
                    <a:srgbClr val="00000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SAMPLE ANSWER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90500"/>
            <a:ext cx="9334500" cy="10668000"/>
            <a:chOff x="0" y="0"/>
            <a:chExt cx="2458469" cy="2809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8469" cy="2809679"/>
            </a:xfrm>
            <a:custGeom>
              <a:avLst/>
              <a:gdLst/>
              <a:ahLst/>
              <a:cxnLst/>
              <a:rect l="l" t="t" r="r" b="b"/>
              <a:pathLst>
                <a:path w="2458469" h="2809679">
                  <a:moveTo>
                    <a:pt x="0" y="0"/>
                  </a:moveTo>
                  <a:lnTo>
                    <a:pt x="2458469" y="0"/>
                  </a:lnTo>
                  <a:lnTo>
                    <a:pt x="2458469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9FCA86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458469" cy="2819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-67614"/>
            <a:ext cx="9479451" cy="10841327"/>
            <a:chOff x="0" y="0"/>
            <a:chExt cx="1079500" cy="1079500"/>
          </a:xfrm>
        </p:grpSpPr>
        <p:sp>
          <p:nvSpPr>
            <p:cNvPr id="6" name="Freeform 6"/>
            <p:cNvSpPr/>
            <p:nvPr/>
          </p:nvSpPr>
          <p:spPr>
            <a:xfrm>
              <a:off x="669074" y="759974"/>
              <a:ext cx="5612815" cy="6429634"/>
            </a:xfrm>
            <a:custGeom>
              <a:avLst/>
              <a:gdLst/>
              <a:ahLst/>
              <a:cxnLst/>
              <a:rect l="l" t="t" r="r" b="b"/>
              <a:pathLst>
                <a:path w="5612815" h="6429634">
                  <a:moveTo>
                    <a:pt x="61582" y="0"/>
                  </a:moveTo>
                  <a:cubicBezTo>
                    <a:pt x="26392" y="0"/>
                    <a:pt x="0" y="30233"/>
                    <a:pt x="0" y="70544"/>
                  </a:cubicBezTo>
                  <a:cubicBezTo>
                    <a:pt x="0" y="110855"/>
                    <a:pt x="26392" y="141089"/>
                    <a:pt x="61582" y="141089"/>
                  </a:cubicBezTo>
                  <a:cubicBezTo>
                    <a:pt x="96772" y="141089"/>
                    <a:pt x="123165" y="110855"/>
                    <a:pt x="123165" y="70544"/>
                  </a:cubicBezTo>
                  <a:cubicBezTo>
                    <a:pt x="123165" y="30233"/>
                    <a:pt x="96772" y="0"/>
                    <a:pt x="61582" y="0"/>
                  </a:cubicBezTo>
                  <a:close/>
                  <a:moveTo>
                    <a:pt x="1433995" y="0"/>
                  </a:moveTo>
                  <a:cubicBezTo>
                    <a:pt x="1398805" y="0"/>
                    <a:pt x="1372412" y="30233"/>
                    <a:pt x="1372412" y="70544"/>
                  </a:cubicBezTo>
                  <a:cubicBezTo>
                    <a:pt x="1372412" y="110855"/>
                    <a:pt x="1398805" y="141089"/>
                    <a:pt x="1433995" y="141089"/>
                  </a:cubicBezTo>
                  <a:cubicBezTo>
                    <a:pt x="1469185" y="141089"/>
                    <a:pt x="1495578" y="110855"/>
                    <a:pt x="1495578" y="70544"/>
                  </a:cubicBezTo>
                  <a:cubicBezTo>
                    <a:pt x="1495578" y="30233"/>
                    <a:pt x="1469185" y="0"/>
                    <a:pt x="1433995" y="0"/>
                  </a:cubicBezTo>
                  <a:close/>
                  <a:moveTo>
                    <a:pt x="2806408" y="0"/>
                  </a:moveTo>
                  <a:cubicBezTo>
                    <a:pt x="2771217" y="0"/>
                    <a:pt x="2744825" y="30233"/>
                    <a:pt x="2744825" y="70544"/>
                  </a:cubicBezTo>
                  <a:cubicBezTo>
                    <a:pt x="2744825" y="110855"/>
                    <a:pt x="2771217" y="141089"/>
                    <a:pt x="2806408" y="141089"/>
                  </a:cubicBezTo>
                  <a:cubicBezTo>
                    <a:pt x="2841598" y="141089"/>
                    <a:pt x="2867990" y="110855"/>
                    <a:pt x="2867990" y="70544"/>
                  </a:cubicBezTo>
                  <a:cubicBezTo>
                    <a:pt x="2867990" y="30233"/>
                    <a:pt x="2841598" y="0"/>
                    <a:pt x="2806408" y="0"/>
                  </a:cubicBezTo>
                  <a:close/>
                  <a:moveTo>
                    <a:pt x="4178820" y="0"/>
                  </a:moveTo>
                  <a:cubicBezTo>
                    <a:pt x="4143630" y="0"/>
                    <a:pt x="4117237" y="30233"/>
                    <a:pt x="4117237" y="70544"/>
                  </a:cubicBezTo>
                  <a:cubicBezTo>
                    <a:pt x="4117237" y="110855"/>
                    <a:pt x="4143630" y="141089"/>
                    <a:pt x="4178820" y="141089"/>
                  </a:cubicBezTo>
                  <a:cubicBezTo>
                    <a:pt x="4214010" y="141089"/>
                    <a:pt x="4240403" y="110855"/>
                    <a:pt x="4240403" y="70544"/>
                  </a:cubicBezTo>
                  <a:cubicBezTo>
                    <a:pt x="4240403" y="30233"/>
                    <a:pt x="4214010" y="0"/>
                    <a:pt x="4178820" y="0"/>
                  </a:cubicBezTo>
                  <a:close/>
                  <a:moveTo>
                    <a:pt x="5551232" y="0"/>
                  </a:moveTo>
                  <a:cubicBezTo>
                    <a:pt x="5516042" y="0"/>
                    <a:pt x="5489650" y="30233"/>
                    <a:pt x="5489650" y="70544"/>
                  </a:cubicBezTo>
                  <a:cubicBezTo>
                    <a:pt x="5489650" y="110855"/>
                    <a:pt x="5516042" y="141089"/>
                    <a:pt x="5551232" y="141089"/>
                  </a:cubicBezTo>
                  <a:cubicBezTo>
                    <a:pt x="5586422" y="141089"/>
                    <a:pt x="5612815" y="110855"/>
                    <a:pt x="5612815" y="70544"/>
                  </a:cubicBezTo>
                  <a:cubicBezTo>
                    <a:pt x="5612815" y="30233"/>
                    <a:pt x="5586422" y="0"/>
                    <a:pt x="5551232" y="0"/>
                  </a:cubicBezTo>
                  <a:close/>
                  <a:moveTo>
                    <a:pt x="61582" y="1572136"/>
                  </a:moveTo>
                  <a:cubicBezTo>
                    <a:pt x="26392" y="1572136"/>
                    <a:pt x="0" y="1602369"/>
                    <a:pt x="0" y="1642681"/>
                  </a:cubicBezTo>
                  <a:cubicBezTo>
                    <a:pt x="0" y="1682992"/>
                    <a:pt x="26392" y="1713225"/>
                    <a:pt x="61582" y="1713225"/>
                  </a:cubicBezTo>
                  <a:cubicBezTo>
                    <a:pt x="96772" y="1713225"/>
                    <a:pt x="123165" y="1682992"/>
                    <a:pt x="123165" y="1642681"/>
                  </a:cubicBezTo>
                  <a:cubicBezTo>
                    <a:pt x="123165" y="1602369"/>
                    <a:pt x="96772" y="1572136"/>
                    <a:pt x="61582" y="1572136"/>
                  </a:cubicBezTo>
                  <a:close/>
                  <a:moveTo>
                    <a:pt x="1433995" y="1572136"/>
                  </a:moveTo>
                  <a:cubicBezTo>
                    <a:pt x="1398805" y="1572136"/>
                    <a:pt x="1372412" y="1602369"/>
                    <a:pt x="1372412" y="1642681"/>
                  </a:cubicBezTo>
                  <a:cubicBezTo>
                    <a:pt x="1372412" y="1682992"/>
                    <a:pt x="1398805" y="1713225"/>
                    <a:pt x="1433995" y="1713225"/>
                  </a:cubicBezTo>
                  <a:cubicBezTo>
                    <a:pt x="1469185" y="1713225"/>
                    <a:pt x="1495578" y="1682992"/>
                    <a:pt x="1495578" y="1642681"/>
                  </a:cubicBezTo>
                  <a:cubicBezTo>
                    <a:pt x="1495578" y="1602369"/>
                    <a:pt x="1469185" y="1572136"/>
                    <a:pt x="1433995" y="1572136"/>
                  </a:cubicBezTo>
                  <a:close/>
                  <a:moveTo>
                    <a:pt x="2806408" y="1572136"/>
                  </a:moveTo>
                  <a:cubicBezTo>
                    <a:pt x="2771217" y="1572136"/>
                    <a:pt x="2744825" y="1602369"/>
                    <a:pt x="2744825" y="1642681"/>
                  </a:cubicBezTo>
                  <a:cubicBezTo>
                    <a:pt x="2744825" y="1682992"/>
                    <a:pt x="2771217" y="1713225"/>
                    <a:pt x="2806408" y="1713225"/>
                  </a:cubicBezTo>
                  <a:cubicBezTo>
                    <a:pt x="2841598" y="1713225"/>
                    <a:pt x="2867990" y="1682992"/>
                    <a:pt x="2867990" y="1642681"/>
                  </a:cubicBezTo>
                  <a:cubicBezTo>
                    <a:pt x="2867990" y="1602369"/>
                    <a:pt x="2841598" y="1572136"/>
                    <a:pt x="2806408" y="1572136"/>
                  </a:cubicBezTo>
                  <a:close/>
                  <a:moveTo>
                    <a:pt x="4178820" y="1572136"/>
                  </a:moveTo>
                  <a:cubicBezTo>
                    <a:pt x="4143630" y="1572136"/>
                    <a:pt x="4117237" y="1602369"/>
                    <a:pt x="4117237" y="1642681"/>
                  </a:cubicBezTo>
                  <a:cubicBezTo>
                    <a:pt x="4117237" y="1682992"/>
                    <a:pt x="4143630" y="1713225"/>
                    <a:pt x="4178820" y="1713225"/>
                  </a:cubicBezTo>
                  <a:cubicBezTo>
                    <a:pt x="4214010" y="1713225"/>
                    <a:pt x="4240403" y="1682992"/>
                    <a:pt x="4240403" y="1642681"/>
                  </a:cubicBezTo>
                  <a:cubicBezTo>
                    <a:pt x="4240403" y="1602369"/>
                    <a:pt x="4214010" y="1572136"/>
                    <a:pt x="4178820" y="1572136"/>
                  </a:cubicBezTo>
                  <a:close/>
                  <a:moveTo>
                    <a:pt x="5551232" y="1572136"/>
                  </a:moveTo>
                  <a:cubicBezTo>
                    <a:pt x="5516042" y="1572136"/>
                    <a:pt x="5489650" y="1602369"/>
                    <a:pt x="5489650" y="1642681"/>
                  </a:cubicBezTo>
                  <a:cubicBezTo>
                    <a:pt x="5489650" y="1682992"/>
                    <a:pt x="5516042" y="1713225"/>
                    <a:pt x="5551232" y="1713225"/>
                  </a:cubicBezTo>
                  <a:cubicBezTo>
                    <a:pt x="5586422" y="1713225"/>
                    <a:pt x="5612815" y="1682992"/>
                    <a:pt x="5612815" y="1642681"/>
                  </a:cubicBezTo>
                  <a:cubicBezTo>
                    <a:pt x="5612815" y="1602369"/>
                    <a:pt x="5586422" y="1572136"/>
                    <a:pt x="5551232" y="1572136"/>
                  </a:cubicBezTo>
                  <a:close/>
                  <a:moveTo>
                    <a:pt x="61582" y="3144272"/>
                  </a:moveTo>
                  <a:cubicBezTo>
                    <a:pt x="26392" y="3144272"/>
                    <a:pt x="0" y="3174505"/>
                    <a:pt x="0" y="3214817"/>
                  </a:cubicBezTo>
                  <a:cubicBezTo>
                    <a:pt x="0" y="3255127"/>
                    <a:pt x="26392" y="3285361"/>
                    <a:pt x="61582" y="3285361"/>
                  </a:cubicBezTo>
                  <a:cubicBezTo>
                    <a:pt x="96772" y="3285361"/>
                    <a:pt x="123165" y="3255127"/>
                    <a:pt x="123165" y="3214817"/>
                  </a:cubicBezTo>
                  <a:cubicBezTo>
                    <a:pt x="123165" y="3174505"/>
                    <a:pt x="96772" y="3144272"/>
                    <a:pt x="61582" y="3144272"/>
                  </a:cubicBezTo>
                  <a:close/>
                  <a:moveTo>
                    <a:pt x="1433995" y="3144272"/>
                  </a:moveTo>
                  <a:cubicBezTo>
                    <a:pt x="1398805" y="3144272"/>
                    <a:pt x="1372412" y="3174505"/>
                    <a:pt x="1372412" y="3214817"/>
                  </a:cubicBezTo>
                  <a:cubicBezTo>
                    <a:pt x="1372412" y="3255127"/>
                    <a:pt x="1398805" y="3285361"/>
                    <a:pt x="1433995" y="3285361"/>
                  </a:cubicBezTo>
                  <a:cubicBezTo>
                    <a:pt x="1469185" y="3285361"/>
                    <a:pt x="1495578" y="3255127"/>
                    <a:pt x="1495578" y="3214817"/>
                  </a:cubicBezTo>
                  <a:cubicBezTo>
                    <a:pt x="1495578" y="3174505"/>
                    <a:pt x="1469185" y="3144272"/>
                    <a:pt x="1433995" y="3144272"/>
                  </a:cubicBezTo>
                  <a:close/>
                  <a:moveTo>
                    <a:pt x="2806408" y="3144272"/>
                  </a:moveTo>
                  <a:cubicBezTo>
                    <a:pt x="2771217" y="3144272"/>
                    <a:pt x="2744825" y="3174505"/>
                    <a:pt x="2744825" y="3214817"/>
                  </a:cubicBezTo>
                  <a:cubicBezTo>
                    <a:pt x="2744825" y="3255127"/>
                    <a:pt x="2771217" y="3285361"/>
                    <a:pt x="2806408" y="3285361"/>
                  </a:cubicBezTo>
                  <a:cubicBezTo>
                    <a:pt x="2841598" y="3285361"/>
                    <a:pt x="2867990" y="3255127"/>
                    <a:pt x="2867990" y="3214817"/>
                  </a:cubicBezTo>
                  <a:cubicBezTo>
                    <a:pt x="2867990" y="3174505"/>
                    <a:pt x="2841598" y="3144272"/>
                    <a:pt x="2806408" y="3144272"/>
                  </a:cubicBezTo>
                  <a:close/>
                  <a:moveTo>
                    <a:pt x="4178820" y="3144272"/>
                  </a:moveTo>
                  <a:cubicBezTo>
                    <a:pt x="4143630" y="3144272"/>
                    <a:pt x="4117237" y="3174505"/>
                    <a:pt x="4117237" y="3214817"/>
                  </a:cubicBezTo>
                  <a:cubicBezTo>
                    <a:pt x="4117237" y="3255127"/>
                    <a:pt x="4143630" y="3285361"/>
                    <a:pt x="4178820" y="3285361"/>
                  </a:cubicBezTo>
                  <a:cubicBezTo>
                    <a:pt x="4214010" y="3285361"/>
                    <a:pt x="4240403" y="3255127"/>
                    <a:pt x="4240403" y="3214817"/>
                  </a:cubicBezTo>
                  <a:cubicBezTo>
                    <a:pt x="4240403" y="3174505"/>
                    <a:pt x="4214010" y="3144272"/>
                    <a:pt x="4178820" y="3144272"/>
                  </a:cubicBezTo>
                  <a:close/>
                  <a:moveTo>
                    <a:pt x="5551232" y="3144272"/>
                  </a:moveTo>
                  <a:cubicBezTo>
                    <a:pt x="5516042" y="3144272"/>
                    <a:pt x="5489650" y="3174505"/>
                    <a:pt x="5489650" y="3214817"/>
                  </a:cubicBezTo>
                  <a:cubicBezTo>
                    <a:pt x="5489650" y="3255127"/>
                    <a:pt x="5516042" y="3285361"/>
                    <a:pt x="5551232" y="3285361"/>
                  </a:cubicBezTo>
                  <a:cubicBezTo>
                    <a:pt x="5586422" y="3285361"/>
                    <a:pt x="5612815" y="3255127"/>
                    <a:pt x="5612815" y="3214817"/>
                  </a:cubicBezTo>
                  <a:cubicBezTo>
                    <a:pt x="5612815" y="3174505"/>
                    <a:pt x="5586422" y="3144272"/>
                    <a:pt x="5551232" y="3144272"/>
                  </a:cubicBezTo>
                  <a:close/>
                  <a:moveTo>
                    <a:pt x="61582" y="4716408"/>
                  </a:moveTo>
                  <a:cubicBezTo>
                    <a:pt x="26392" y="4716408"/>
                    <a:pt x="0" y="4746642"/>
                    <a:pt x="0" y="4786953"/>
                  </a:cubicBezTo>
                  <a:cubicBezTo>
                    <a:pt x="0" y="4827264"/>
                    <a:pt x="26392" y="4857498"/>
                    <a:pt x="61582" y="4857498"/>
                  </a:cubicBezTo>
                  <a:cubicBezTo>
                    <a:pt x="96772" y="4857498"/>
                    <a:pt x="123165" y="4827264"/>
                    <a:pt x="123165" y="4786953"/>
                  </a:cubicBezTo>
                  <a:cubicBezTo>
                    <a:pt x="123165" y="4746642"/>
                    <a:pt x="96772" y="4716408"/>
                    <a:pt x="61582" y="4716408"/>
                  </a:cubicBezTo>
                  <a:close/>
                  <a:moveTo>
                    <a:pt x="1433995" y="4716408"/>
                  </a:moveTo>
                  <a:cubicBezTo>
                    <a:pt x="1398805" y="4716408"/>
                    <a:pt x="1372412" y="4746642"/>
                    <a:pt x="1372412" y="4786953"/>
                  </a:cubicBezTo>
                  <a:cubicBezTo>
                    <a:pt x="1372412" y="4827264"/>
                    <a:pt x="1398805" y="4857498"/>
                    <a:pt x="1433995" y="4857498"/>
                  </a:cubicBezTo>
                  <a:cubicBezTo>
                    <a:pt x="1469185" y="4857498"/>
                    <a:pt x="1495578" y="4827264"/>
                    <a:pt x="1495578" y="4786953"/>
                  </a:cubicBezTo>
                  <a:cubicBezTo>
                    <a:pt x="1495578" y="4746642"/>
                    <a:pt x="1469185" y="4716408"/>
                    <a:pt x="1433995" y="4716408"/>
                  </a:cubicBezTo>
                  <a:close/>
                  <a:moveTo>
                    <a:pt x="2806408" y="4716408"/>
                  </a:moveTo>
                  <a:cubicBezTo>
                    <a:pt x="2771217" y="4716408"/>
                    <a:pt x="2744825" y="4746642"/>
                    <a:pt x="2744825" y="4786953"/>
                  </a:cubicBezTo>
                  <a:cubicBezTo>
                    <a:pt x="2744825" y="4827264"/>
                    <a:pt x="2771217" y="4857498"/>
                    <a:pt x="2806408" y="4857498"/>
                  </a:cubicBezTo>
                  <a:cubicBezTo>
                    <a:pt x="2841598" y="4857498"/>
                    <a:pt x="2867990" y="4827264"/>
                    <a:pt x="2867990" y="4786953"/>
                  </a:cubicBezTo>
                  <a:cubicBezTo>
                    <a:pt x="2867990" y="4746642"/>
                    <a:pt x="2841598" y="4716408"/>
                    <a:pt x="2806408" y="4716408"/>
                  </a:cubicBezTo>
                  <a:close/>
                  <a:moveTo>
                    <a:pt x="4178820" y="4716408"/>
                  </a:moveTo>
                  <a:cubicBezTo>
                    <a:pt x="4143630" y="4716408"/>
                    <a:pt x="4117237" y="4746642"/>
                    <a:pt x="4117237" y="4786953"/>
                  </a:cubicBezTo>
                  <a:cubicBezTo>
                    <a:pt x="4117237" y="4827264"/>
                    <a:pt x="4143630" y="4857498"/>
                    <a:pt x="4178820" y="4857498"/>
                  </a:cubicBezTo>
                  <a:cubicBezTo>
                    <a:pt x="4214010" y="4857498"/>
                    <a:pt x="4240403" y="4827264"/>
                    <a:pt x="4240403" y="4786953"/>
                  </a:cubicBezTo>
                  <a:cubicBezTo>
                    <a:pt x="4240403" y="4746642"/>
                    <a:pt x="4214010" y="4716408"/>
                    <a:pt x="4178820" y="4716408"/>
                  </a:cubicBezTo>
                  <a:close/>
                  <a:moveTo>
                    <a:pt x="5551232" y="4716408"/>
                  </a:moveTo>
                  <a:cubicBezTo>
                    <a:pt x="5516042" y="4716408"/>
                    <a:pt x="5489650" y="4746642"/>
                    <a:pt x="5489650" y="4786953"/>
                  </a:cubicBezTo>
                  <a:cubicBezTo>
                    <a:pt x="5489650" y="4827264"/>
                    <a:pt x="5516042" y="4857498"/>
                    <a:pt x="5551232" y="4857498"/>
                  </a:cubicBezTo>
                  <a:cubicBezTo>
                    <a:pt x="5586422" y="4857498"/>
                    <a:pt x="5612815" y="4827264"/>
                    <a:pt x="5612815" y="4786953"/>
                  </a:cubicBezTo>
                  <a:cubicBezTo>
                    <a:pt x="5612815" y="4746642"/>
                    <a:pt x="5586422" y="4716408"/>
                    <a:pt x="5551232" y="4716408"/>
                  </a:cubicBezTo>
                  <a:close/>
                  <a:moveTo>
                    <a:pt x="61582" y="6288545"/>
                  </a:moveTo>
                  <a:cubicBezTo>
                    <a:pt x="26392" y="6288545"/>
                    <a:pt x="0" y="6318778"/>
                    <a:pt x="0" y="6359089"/>
                  </a:cubicBezTo>
                  <a:cubicBezTo>
                    <a:pt x="0" y="6399400"/>
                    <a:pt x="26392" y="6429634"/>
                    <a:pt x="61582" y="6429634"/>
                  </a:cubicBezTo>
                  <a:cubicBezTo>
                    <a:pt x="96772" y="6429634"/>
                    <a:pt x="123165" y="6399400"/>
                    <a:pt x="123165" y="6359089"/>
                  </a:cubicBezTo>
                  <a:cubicBezTo>
                    <a:pt x="123165" y="6318778"/>
                    <a:pt x="96772" y="6288545"/>
                    <a:pt x="61582" y="6288545"/>
                  </a:cubicBezTo>
                  <a:close/>
                  <a:moveTo>
                    <a:pt x="1433995" y="6288545"/>
                  </a:moveTo>
                  <a:cubicBezTo>
                    <a:pt x="1398805" y="6288545"/>
                    <a:pt x="1372412" y="6318778"/>
                    <a:pt x="1372412" y="6359089"/>
                  </a:cubicBezTo>
                  <a:cubicBezTo>
                    <a:pt x="1372412" y="6399400"/>
                    <a:pt x="1398805" y="6429634"/>
                    <a:pt x="1433995" y="6429634"/>
                  </a:cubicBezTo>
                  <a:cubicBezTo>
                    <a:pt x="1469185" y="6429634"/>
                    <a:pt x="1495578" y="6399400"/>
                    <a:pt x="1495578" y="6359089"/>
                  </a:cubicBezTo>
                  <a:cubicBezTo>
                    <a:pt x="1495578" y="6318778"/>
                    <a:pt x="1469185" y="6288545"/>
                    <a:pt x="1433995" y="6288545"/>
                  </a:cubicBezTo>
                  <a:close/>
                  <a:moveTo>
                    <a:pt x="2806408" y="6288545"/>
                  </a:moveTo>
                  <a:cubicBezTo>
                    <a:pt x="2771217" y="6288545"/>
                    <a:pt x="2744825" y="6318778"/>
                    <a:pt x="2744825" y="6359089"/>
                  </a:cubicBezTo>
                  <a:cubicBezTo>
                    <a:pt x="2744825" y="6399400"/>
                    <a:pt x="2771217" y="6429634"/>
                    <a:pt x="2806408" y="6429634"/>
                  </a:cubicBezTo>
                  <a:cubicBezTo>
                    <a:pt x="2841598" y="6429634"/>
                    <a:pt x="2867990" y="6399400"/>
                    <a:pt x="2867990" y="6359089"/>
                  </a:cubicBezTo>
                  <a:cubicBezTo>
                    <a:pt x="2867990" y="6318778"/>
                    <a:pt x="2841598" y="6288545"/>
                    <a:pt x="2806408" y="6288545"/>
                  </a:cubicBezTo>
                  <a:close/>
                  <a:moveTo>
                    <a:pt x="4178820" y="6288545"/>
                  </a:moveTo>
                  <a:cubicBezTo>
                    <a:pt x="4143630" y="6288545"/>
                    <a:pt x="4117237" y="6318778"/>
                    <a:pt x="4117237" y="6359089"/>
                  </a:cubicBezTo>
                  <a:cubicBezTo>
                    <a:pt x="4117237" y="6399400"/>
                    <a:pt x="4143630" y="6429634"/>
                    <a:pt x="4178820" y="6429634"/>
                  </a:cubicBezTo>
                  <a:cubicBezTo>
                    <a:pt x="4214010" y="6429634"/>
                    <a:pt x="4240403" y="6399400"/>
                    <a:pt x="4240403" y="6359089"/>
                  </a:cubicBezTo>
                  <a:cubicBezTo>
                    <a:pt x="4240403" y="6318778"/>
                    <a:pt x="4214010" y="6288545"/>
                    <a:pt x="4178820" y="6288545"/>
                  </a:cubicBezTo>
                  <a:close/>
                  <a:moveTo>
                    <a:pt x="5551232" y="6288545"/>
                  </a:moveTo>
                  <a:cubicBezTo>
                    <a:pt x="5516042" y="6288545"/>
                    <a:pt x="5489650" y="6318778"/>
                    <a:pt x="5489650" y="6359089"/>
                  </a:cubicBezTo>
                  <a:cubicBezTo>
                    <a:pt x="5489650" y="6399400"/>
                    <a:pt x="5516042" y="6429634"/>
                    <a:pt x="5551232" y="6429634"/>
                  </a:cubicBezTo>
                  <a:cubicBezTo>
                    <a:pt x="5586422" y="6429634"/>
                    <a:pt x="5612815" y="6399400"/>
                    <a:pt x="5612815" y="6359089"/>
                  </a:cubicBezTo>
                  <a:cubicBezTo>
                    <a:pt x="5612815" y="6318778"/>
                    <a:pt x="5586422" y="6288545"/>
                    <a:pt x="5551232" y="6288545"/>
                  </a:cubicBezTo>
                  <a:close/>
                </a:path>
              </a:pathLst>
            </a:custGeom>
            <a:solidFill>
              <a:srgbClr val="259246"/>
            </a:solidFill>
          </p:spPr>
        </p:sp>
      </p:grpSp>
      <p:sp>
        <p:nvSpPr>
          <p:cNvPr id="7" name="Freeform 7"/>
          <p:cNvSpPr/>
          <p:nvPr/>
        </p:nvSpPr>
        <p:spPr>
          <a:xfrm flipH="1">
            <a:off x="10481905" y="1531784"/>
            <a:ext cx="6658691" cy="7223432"/>
          </a:xfrm>
          <a:custGeom>
            <a:avLst/>
            <a:gdLst/>
            <a:ahLst/>
            <a:cxnLst/>
            <a:rect l="l" t="t" r="r" b="b"/>
            <a:pathLst>
              <a:path w="6658691" h="7223432">
                <a:moveTo>
                  <a:pt x="6658690" y="0"/>
                </a:moveTo>
                <a:lnTo>
                  <a:pt x="0" y="0"/>
                </a:lnTo>
                <a:lnTo>
                  <a:pt x="0" y="7223432"/>
                </a:lnTo>
                <a:lnTo>
                  <a:pt x="6658690" y="7223432"/>
                </a:lnTo>
                <a:lnTo>
                  <a:pt x="66586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80759" y="2302613"/>
            <a:ext cx="6950669" cy="5681774"/>
            <a:chOff x="0" y="0"/>
            <a:chExt cx="9267559" cy="7575698"/>
          </a:xfrm>
        </p:grpSpPr>
        <p:sp>
          <p:nvSpPr>
            <p:cNvPr id="9" name="TextBox 9"/>
            <p:cNvSpPr txBox="1"/>
            <p:nvPr/>
          </p:nvSpPr>
          <p:spPr>
            <a:xfrm>
              <a:off x="0" y="1990873"/>
              <a:ext cx="9267559" cy="558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8" lvl="1" indent="-323849" algn="l">
                <a:lnSpc>
                  <a:spcPts val="3749"/>
                </a:lnSpc>
                <a:buFont typeface="Arial"/>
                <a:buChar char="•"/>
              </a:pPr>
              <a:r>
                <a:rPr lang="en-US" sz="2999" b="1" spc="-29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Sketch or take a photo of a flowering plant common in your local area. </a:t>
              </a:r>
            </a:p>
            <a:p>
              <a:pPr algn="l">
                <a:lnSpc>
                  <a:spcPts val="3749"/>
                </a:lnSpc>
              </a:pPr>
              <a:endParaRPr lang="en-US" sz="2999" b="1" spc="-29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  <a:p>
              <a:pPr marL="647698" lvl="1" indent="-323849" algn="l">
                <a:lnSpc>
                  <a:spcPts val="3749"/>
                </a:lnSpc>
                <a:buFont typeface="Arial"/>
                <a:buChar char="•"/>
              </a:pPr>
              <a:r>
                <a:rPr lang="en-US" sz="2999" b="1" spc="-29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Investigate the precise processes of pollination and fertilisation that allow it to reproduce. </a:t>
              </a:r>
            </a:p>
            <a:p>
              <a:pPr algn="l">
                <a:lnSpc>
                  <a:spcPts val="3749"/>
                </a:lnSpc>
              </a:pPr>
              <a:endParaRPr lang="en-US" sz="2999" b="1" spc="-29">
                <a:solidFill>
                  <a:srgbClr val="000001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  <a:p>
              <a:pPr marL="647698" lvl="1" indent="-323849" algn="l">
                <a:lnSpc>
                  <a:spcPts val="3749"/>
                </a:lnSpc>
                <a:buFont typeface="Arial"/>
                <a:buChar char="•"/>
              </a:pPr>
              <a:r>
                <a:rPr lang="en-US" sz="2999" b="1" spc="-29">
                  <a:solidFill>
                    <a:srgbClr val="000001"/>
                  </a:solidFill>
                  <a:latin typeface="Nunito Medium"/>
                  <a:ea typeface="Nunito Medium"/>
                  <a:cs typeface="Nunito Medium"/>
                  <a:sym typeface="Nunito Medium"/>
                </a:rPr>
                <a:t>Share your research findings on a Canva whiteboard.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9267559" cy="1217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000001"/>
                  </a:solidFill>
                  <a:latin typeface="Gliker Semi-Bold"/>
                  <a:ea typeface="Gliker Semi-Bold"/>
                  <a:cs typeface="Gliker Semi-Bold"/>
                  <a:sym typeface="Gliker Semi-Bold"/>
                </a:rPr>
                <a:t>Assignment</a:t>
              </a: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Custom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Nunito Medium</vt:lpstr>
      <vt:lpstr>Gliker Semi-Bold</vt:lpstr>
      <vt:lpstr>Nunito Bold</vt:lpstr>
      <vt:lpstr>Gliker Bold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science of plants and flowers</dc:title>
  <cp:lastModifiedBy>welcome</cp:lastModifiedBy>
  <cp:revision>2</cp:revision>
  <dcterms:created xsi:type="dcterms:W3CDTF">2006-08-16T00:00:00Z</dcterms:created>
  <dcterms:modified xsi:type="dcterms:W3CDTF">2026-05-18T10:29:33Z</dcterms:modified>
  <dc:identifier>DAHKApmQXks</dc:identifier>
</cp:coreProperties>
</file>