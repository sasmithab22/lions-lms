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5B21B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for Teachers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Prompting for Smarter Teaching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AI effectively for creating lessons, presentations,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quizzes, and classroom content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931920"/>
            <a:ext cx="2560320" cy="640080"/>
          </a:xfrm>
          <a:prstGeom prst="rect">
            <a:avLst>
              <a:gd name="adj" fmla="val 7143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Raam Academy  •  AI Training Session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011680"/>
            <a:ext cx="822960" cy="82296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0175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Learning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82296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Prompting?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41148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47672"/>
            <a:ext cx="82296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476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 vs Bad Prompt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52344"/>
            <a:ext cx="41148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752344"/>
            <a:ext cx="82296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523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Formula of Prompting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41148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57016"/>
            <a:ext cx="82296" cy="65836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570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Prompt Template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1148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82296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1430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Prompt Templates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947672"/>
            <a:ext cx="41148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47672"/>
            <a:ext cx="82296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9476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AI content into PPT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752344"/>
            <a:ext cx="41148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52344"/>
            <a:ext cx="82296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7523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AI Classroom Workflow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→  Content  →  Slides  →  Quiz  →  Classroom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5B21B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Prompt?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simply: An instruction given to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91440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840480" cy="91440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840480" cy="91440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17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3017520"/>
            <a:ext cx="3840480" cy="91440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017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Better Instructions = Better Results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Activity Time!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47548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"Write something."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becomes confused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random content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answers from everyone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Generic, useless output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474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"Write a 100-word essay about trees: uses &amp; importance."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topic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defined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stated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Clear, focused output! 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AI works exactly the same way!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Bad Prompt vs ✅ Good Prompt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77640" cy="38404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"Make a PPT about plants."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56032" cy="2560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mentioned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13432"/>
            <a:ext cx="256032" cy="2560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951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style mentioned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52344"/>
            <a:ext cx="256032" cy="2560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34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slide 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256032" cy="2560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72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30168"/>
            <a:ext cx="256032" cy="2560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256032" cy="2560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50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goal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80560"/>
            <a:ext cx="3474720" cy="2560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Generic boring content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3977640" cy="38404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 Prompt: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57276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1554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expert Science teacher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01168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9933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 • Photosynthesis topic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245059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style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28895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287121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text, visual slides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332841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33101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+ Quiz included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376732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37490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4480560"/>
            <a:ext cx="34747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Professional classroom content!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5B21B6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Good Prompts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prompts give AI everything it needs to succeed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146304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4114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AI act as?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651760" cy="146304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41732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students?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651760" cy="146304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417320"/>
            <a:ext cx="26517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subject &amp; concept?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651760" cy="146304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2651760" cy="411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Storytelling, visual, minimal?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3108960"/>
            <a:ext cx="2651760" cy="146304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108960"/>
            <a:ext cx="2651760" cy="4114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quiz, activity?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3108960"/>
            <a:ext cx="2651760" cy="146304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108960"/>
            <a:ext cx="2651760" cy="41148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 FEATURES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examples, interactivity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The Golden Formula of Prompting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2286000" cy="6858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4572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188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"Act as a Science teacher"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1938528"/>
            <a:ext cx="228600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19385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2212848"/>
            <a:ext cx="4572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9385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"Create a presentation"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779776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79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2688336"/>
            <a:ext cx="2286000" cy="685800"/>
          </a:xfrm>
          <a:prstGeom prst="rect">
            <a:avLst/>
          </a:prstGeom>
          <a:solidFill>
            <a:srgbClr val="F871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26883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0" y="2962656"/>
            <a:ext cx="457200" cy="914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68833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"for Class 6 students"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52958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3438144"/>
            <a:ext cx="2286000" cy="685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343814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383280" y="3712464"/>
            <a:ext cx="4572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343814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"storytelling, visual"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279392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5840" y="4187952"/>
            <a:ext cx="2286000" cy="68580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41879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FORMAT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383280" y="4462272"/>
            <a:ext cx="457200" cy="914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41879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"slides with quiz"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Add EXTRA FEATURES for even better results: activities, quiz, real-life examples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5B21B6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Universal AI Prompt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this template for any subject!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6217920" cy="3566160"/>
          </a:xfrm>
          <a:prstGeom prst="rect">
            <a:avLst/>
          </a:prstGeom>
          <a:solidFill>
            <a:srgbClr val="1A0E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21792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as an expert [SUBJECT] teacher for [BOARD].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highly engaging classroom presentation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Class [GRADE] students on "[TOPIC]".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Visually attractive slides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Minimal text, storytelling style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Real-life examples &amp; Activities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Quiz &amp; Teacher interaction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Modern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1417320"/>
            <a:ext cx="21488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Replace words in [ ] with your details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2423160"/>
            <a:ext cx="21488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Works for any subject &amp; class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3429000"/>
            <a:ext cx="21488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Add more requirements as needed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Subject-Wise Prompt Templates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7373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Science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60020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636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189280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562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 examples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18541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247802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Activities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051560"/>
            <a:ext cx="2651760" cy="17373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51560"/>
            <a:ext cx="265176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➗ Maths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64408" y="160020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5636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explanation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189280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8562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examples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18541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148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247802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&amp; Quiz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1051560"/>
            <a:ext cx="2651760" cy="173736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1051560"/>
            <a:ext cx="2651760" cy="43891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English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99048" y="1600200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5636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approach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99048" y="1892808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8562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99048" y="2185416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148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analysis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99048" y="2478024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&amp; Quiz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971800"/>
            <a:ext cx="2651760" cy="17373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971800"/>
            <a:ext cx="265176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2971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Social Science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9768" y="35204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3483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Timelines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" y="38130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776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stories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" y="410565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069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9768" y="439826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361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54680" y="2971800"/>
            <a:ext cx="2651760" cy="17373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154680" y="2971800"/>
            <a:ext cx="2651760" cy="43891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50" name="Text 48"/>
          <p:cNvSpPr/>
          <p:nvPr/>
        </p:nvSpPr>
        <p:spPr>
          <a:xfrm>
            <a:off x="3154680" y="2971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Computer Science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264408" y="3520440"/>
            <a:ext cx="128016" cy="12801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2" name="Text 50"/>
          <p:cNvSpPr/>
          <p:nvPr/>
        </p:nvSpPr>
        <p:spPr>
          <a:xfrm>
            <a:off x="3474720" y="3483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64408" y="3813048"/>
            <a:ext cx="128016" cy="12801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0" y="3776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64408" y="4105656"/>
            <a:ext cx="128016" cy="12801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6" name="Text 54"/>
          <p:cNvSpPr/>
          <p:nvPr/>
        </p:nvSpPr>
        <p:spPr>
          <a:xfrm>
            <a:off x="3474720" y="4069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activities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64408" y="4398264"/>
            <a:ext cx="128016" cy="12801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8" name="Text 56"/>
          <p:cNvSpPr/>
          <p:nvPr/>
        </p:nvSpPr>
        <p:spPr>
          <a:xfrm>
            <a:off x="3474720" y="4361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89320" y="2971800"/>
            <a:ext cx="2651760" cy="17373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89320" y="2971800"/>
            <a:ext cx="265176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1" name="Text 59"/>
          <p:cNvSpPr/>
          <p:nvPr/>
        </p:nvSpPr>
        <p:spPr>
          <a:xfrm>
            <a:off x="5989320" y="2971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Commerce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099048" y="352044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3" name="Text 61"/>
          <p:cNvSpPr/>
          <p:nvPr/>
        </p:nvSpPr>
        <p:spPr>
          <a:xfrm>
            <a:off x="6309360" y="3483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examples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99048" y="381304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5" name="Text 63"/>
          <p:cNvSpPr/>
          <p:nvPr/>
        </p:nvSpPr>
        <p:spPr>
          <a:xfrm>
            <a:off x="6309360" y="3776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Case studies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099048" y="410565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7" name="Text 65"/>
          <p:cNvSpPr/>
          <p:nvPr/>
        </p:nvSpPr>
        <p:spPr>
          <a:xfrm>
            <a:off x="6309360" y="4069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099048" y="439826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9" name="Text 67"/>
          <p:cNvSpPr/>
          <p:nvPr/>
        </p:nvSpPr>
        <p:spPr>
          <a:xfrm>
            <a:off x="6309360" y="43616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Convert AI Content into Slides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474720"/>
          </a:xfrm>
          <a:prstGeom prst="rect">
            <a:avLst/>
          </a:prstGeom>
          <a:solidFill>
            <a:srgbClr val="1A0E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3035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COPY-PASTE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convert this into a professional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slide-by-slide presentation format.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every slide provide: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Slide title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Main content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Visual suggestion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Teacher interaction tip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Animation suggestion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834640" cy="34747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572768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slide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084832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048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suggestions for each slide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596896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interaction prompts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10896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072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ideas ready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621024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slides included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Slide Content → Paste into Claude → Premium PPT  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Complete AI Classroom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3444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Gemini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234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1051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Prompt Template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0515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9048" y="12344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4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1051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Lesson Content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251460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23317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Slides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33172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51460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23360" y="23317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Claude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233172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9048" y="25146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09904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23317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Premium PPT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37947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36118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Google Slides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54680" y="361188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64408" y="379476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Text 32"/>
          <p:cNvSpPr/>
          <p:nvPr/>
        </p:nvSpPr>
        <p:spPr>
          <a:xfrm>
            <a:off x="3264408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023360" y="36118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Images/Videos/Quiz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89320" y="361188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99048" y="37947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099048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58000" y="36118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Classroom 🎓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5B21B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Quick Practice Activity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Golden Formula right now!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029200" cy="3429000"/>
          </a:xfrm>
          <a:prstGeom prst="rect">
            <a:avLst/>
          </a:prstGeom>
          <a:solidFill>
            <a:srgbClr val="1A0E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02920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PROMPT WORKSHEET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1993392"/>
            <a:ext cx="3383280" cy="34747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993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Science / Maths / English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91640" y="2651760"/>
            <a:ext cx="3383280" cy="34747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Class 6, 7, 8...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826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91640" y="3310128"/>
            <a:ext cx="3383280" cy="34747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3310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Photosynthesis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91640" y="3968496"/>
            <a:ext cx="3383280" cy="34747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3968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Storytelling, 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9943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your full prompt using the Golden Formula!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1371600"/>
            <a:ext cx="3108960" cy="34290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Tips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806440" y="199339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Role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245059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class level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06440" y="290779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on topic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06440" y="336499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activities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06440" y="382219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quiz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06440" y="427939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4251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examples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5B21B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 🎓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will not replace teachers.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Teachers using AI may transform classrooms."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201168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Golden Formula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3246120"/>
            <a:ext cx="201168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= Better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246120"/>
            <a:ext cx="2011680" cy="777240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your teaching superpower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 Let's discuss! 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Raam Academy  •  AI Training Session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Teachers</dc:title>
  <dc:subject>PptxGenJS Presentation</dc:subject>
  <dc:creator>PptxGenJS</dc:creator>
  <cp:lastModifiedBy>PptxGenJS</cp:lastModifiedBy>
  <cp:revision>1</cp:revision>
  <dcterms:created xsi:type="dcterms:W3CDTF">2026-05-14T07:12:18Z</dcterms:created>
  <dcterms:modified xsi:type="dcterms:W3CDTF">2026-05-14T07:12:18Z</dcterms:modified>
</cp:coreProperties>
</file>