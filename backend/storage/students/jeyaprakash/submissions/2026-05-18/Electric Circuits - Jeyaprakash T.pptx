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Open Sauce Heavy" charset="1" panose="00000A00000000000000"/>
      <p:regular r:id="rId20"/>
    </p:embeddedFont>
    <p:embeddedFont>
      <p:font typeface="Open Sauce Bold" charset="1" panose="00000800000000000000"/>
      <p:regular r:id="rId21"/>
    </p:embeddedFont>
    <p:embeddedFont>
      <p:font typeface="Open Sauce" charset="1" panose="00000500000000000000"/>
      <p:regular r:id="rId22"/>
    </p:embeddedFont>
    <p:embeddedFont>
      <p:font typeface="Open Sauce Semi-Bold" charset="1" panose="000007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11.png" Type="http://schemas.openxmlformats.org/officeDocument/2006/relationships/image"/><Relationship Id="rId5" Target="../media/image6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11.png" Type="http://schemas.openxmlformats.org/officeDocument/2006/relationships/image"/><Relationship Id="rId5" Target="../media/image6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11.png" Type="http://schemas.openxmlformats.org/officeDocument/2006/relationships/image"/><Relationship Id="rId5" Target="../media/image6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11.png" Type="http://schemas.openxmlformats.org/officeDocument/2006/relationships/image"/><Relationship Id="rId5" Target="../media/image6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11.png" Type="http://schemas.openxmlformats.org/officeDocument/2006/relationships/image"/><Relationship Id="rId5" Target="../media/image6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.png" Type="http://schemas.openxmlformats.org/officeDocument/2006/relationships/image"/><Relationship Id="rId4" Target="../media/image11.png" Type="http://schemas.openxmlformats.org/officeDocument/2006/relationships/image"/><Relationship Id="rId5" Target="../media/image7.png" Type="http://schemas.openxmlformats.org/officeDocument/2006/relationships/image"/><Relationship Id="rId6" Target="../media/image6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11.png" Type="http://schemas.openxmlformats.org/officeDocument/2006/relationships/image"/><Relationship Id="rId5" Target="../media/image6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3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717" y="5819531"/>
            <a:ext cx="18829198" cy="4682925"/>
            <a:chOff x="0" y="0"/>
            <a:chExt cx="6256259" cy="1555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56259" cy="1555966"/>
            </a:xfrm>
            <a:custGeom>
              <a:avLst/>
              <a:gdLst/>
              <a:ahLst/>
              <a:cxnLst/>
              <a:rect r="r" b="b" t="t" l="l"/>
              <a:pathLst>
                <a:path h="1555966" w="6256259">
                  <a:moveTo>
                    <a:pt x="0" y="0"/>
                  </a:moveTo>
                  <a:lnTo>
                    <a:pt x="6256259" y="0"/>
                  </a:lnTo>
                  <a:lnTo>
                    <a:pt x="6256259" y="1555966"/>
                  </a:lnTo>
                  <a:lnTo>
                    <a:pt x="0" y="1555966"/>
                  </a:ln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256259" cy="1575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23833" y="7036929"/>
            <a:ext cx="11440334" cy="1714087"/>
            <a:chOff x="0" y="0"/>
            <a:chExt cx="3801208" cy="5695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01208" cy="569529"/>
            </a:xfrm>
            <a:custGeom>
              <a:avLst/>
              <a:gdLst/>
              <a:ahLst/>
              <a:cxnLst/>
              <a:rect r="r" b="b" t="t" l="l"/>
              <a:pathLst>
                <a:path h="569529" w="3801208">
                  <a:moveTo>
                    <a:pt x="58875" y="0"/>
                  </a:moveTo>
                  <a:lnTo>
                    <a:pt x="3742333" y="0"/>
                  </a:lnTo>
                  <a:cubicBezTo>
                    <a:pt x="3774848" y="0"/>
                    <a:pt x="3801208" y="26359"/>
                    <a:pt x="3801208" y="58875"/>
                  </a:cubicBezTo>
                  <a:lnTo>
                    <a:pt x="3801208" y="510654"/>
                  </a:lnTo>
                  <a:cubicBezTo>
                    <a:pt x="3801208" y="526269"/>
                    <a:pt x="3795005" y="541244"/>
                    <a:pt x="3783964" y="552285"/>
                  </a:cubicBezTo>
                  <a:cubicBezTo>
                    <a:pt x="3772922" y="563326"/>
                    <a:pt x="3757947" y="569529"/>
                    <a:pt x="3742333" y="569529"/>
                  </a:cubicBezTo>
                  <a:lnTo>
                    <a:pt x="58875" y="569529"/>
                  </a:lnTo>
                  <a:cubicBezTo>
                    <a:pt x="43260" y="569529"/>
                    <a:pt x="28285" y="563326"/>
                    <a:pt x="17244" y="552285"/>
                  </a:cubicBezTo>
                  <a:cubicBezTo>
                    <a:pt x="6203" y="541244"/>
                    <a:pt x="0" y="526269"/>
                    <a:pt x="0" y="510654"/>
                  </a:cubicBezTo>
                  <a:lnTo>
                    <a:pt x="0" y="58875"/>
                  </a:lnTo>
                  <a:cubicBezTo>
                    <a:pt x="0" y="43260"/>
                    <a:pt x="6203" y="28285"/>
                    <a:pt x="17244" y="17244"/>
                  </a:cubicBezTo>
                  <a:cubicBezTo>
                    <a:pt x="28285" y="6203"/>
                    <a:pt x="43260" y="0"/>
                    <a:pt x="58875" y="0"/>
                  </a:cubicBezTo>
                  <a:close/>
                </a:path>
              </a:pathLst>
            </a:custGeom>
            <a:ln w="142875" cap="rnd">
              <a:solidFill>
                <a:srgbClr val="F8525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801208" cy="588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171621">
            <a:off x="7607160" y="8135508"/>
            <a:ext cx="2223292" cy="1231016"/>
          </a:xfrm>
          <a:custGeom>
            <a:avLst/>
            <a:gdLst/>
            <a:ahLst/>
            <a:cxnLst/>
            <a:rect r="r" b="b" t="t" l="l"/>
            <a:pathLst>
              <a:path h="1231016" w="2223292">
                <a:moveTo>
                  <a:pt x="0" y="0"/>
                </a:moveTo>
                <a:lnTo>
                  <a:pt x="2223292" y="0"/>
                </a:lnTo>
                <a:lnTo>
                  <a:pt x="2223292" y="1231016"/>
                </a:lnTo>
                <a:lnTo>
                  <a:pt x="0" y="12310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5356" t="-354636" r="-37669" b="-117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02473" y="6094049"/>
            <a:ext cx="1550799" cy="3139303"/>
          </a:xfrm>
          <a:custGeom>
            <a:avLst/>
            <a:gdLst/>
            <a:ahLst/>
            <a:cxnLst/>
            <a:rect r="r" b="b" t="t" l="l"/>
            <a:pathLst>
              <a:path h="3139303" w="1550799">
                <a:moveTo>
                  <a:pt x="0" y="0"/>
                </a:moveTo>
                <a:lnTo>
                  <a:pt x="1550799" y="0"/>
                </a:lnTo>
                <a:lnTo>
                  <a:pt x="1550799" y="3139303"/>
                </a:lnTo>
                <a:lnTo>
                  <a:pt x="0" y="31393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376" t="0" r="-201112" b="-102124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-8585228">
            <a:off x="1557922" y="6411103"/>
            <a:ext cx="1731028" cy="2903747"/>
          </a:xfrm>
          <a:custGeom>
            <a:avLst/>
            <a:gdLst/>
            <a:ahLst/>
            <a:cxnLst/>
            <a:rect r="r" b="b" t="t" l="l"/>
            <a:pathLst>
              <a:path h="2903747" w="1731028">
                <a:moveTo>
                  <a:pt x="1731028" y="2903747"/>
                </a:moveTo>
                <a:lnTo>
                  <a:pt x="0" y="2903747"/>
                </a:lnTo>
                <a:lnTo>
                  <a:pt x="0" y="0"/>
                </a:lnTo>
                <a:lnTo>
                  <a:pt x="1731028" y="0"/>
                </a:lnTo>
                <a:lnTo>
                  <a:pt x="1731028" y="2903747"/>
                </a:lnTo>
                <a:close/>
              </a:path>
            </a:pathLst>
          </a:custGeom>
          <a:blipFill>
            <a:blip r:embed="rId3"/>
            <a:stretch>
              <a:fillRect l="-33638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029465">
            <a:off x="15047386" y="7074051"/>
            <a:ext cx="2619190" cy="2013503"/>
          </a:xfrm>
          <a:custGeom>
            <a:avLst/>
            <a:gdLst/>
            <a:ahLst/>
            <a:cxnLst/>
            <a:rect r="r" b="b" t="t" l="l"/>
            <a:pathLst>
              <a:path h="2013503" w="2619190">
                <a:moveTo>
                  <a:pt x="0" y="0"/>
                </a:moveTo>
                <a:lnTo>
                  <a:pt x="2619191" y="0"/>
                </a:lnTo>
                <a:lnTo>
                  <a:pt x="2619191" y="2013502"/>
                </a:lnTo>
                <a:lnTo>
                  <a:pt x="0" y="20135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5724100" y="5821509"/>
            <a:ext cx="891063" cy="2430839"/>
          </a:xfrm>
          <a:custGeom>
            <a:avLst/>
            <a:gdLst/>
            <a:ahLst/>
            <a:cxnLst/>
            <a:rect r="r" b="b" t="t" l="l"/>
            <a:pathLst>
              <a:path h="2430839" w="891063">
                <a:moveTo>
                  <a:pt x="891063" y="0"/>
                </a:moveTo>
                <a:lnTo>
                  <a:pt x="0" y="0"/>
                </a:lnTo>
                <a:lnTo>
                  <a:pt x="0" y="2430840"/>
                </a:lnTo>
                <a:lnTo>
                  <a:pt x="891063" y="2430840"/>
                </a:lnTo>
                <a:lnTo>
                  <a:pt x="891063" y="0"/>
                </a:lnTo>
                <a:close/>
              </a:path>
            </a:pathLst>
          </a:custGeom>
          <a:blipFill>
            <a:blip r:embed="rId2"/>
            <a:stretch>
              <a:fillRect l="0" t="-62401" r="-590899" b="-4179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0" y="0"/>
            <a:ext cx="18355985" cy="10287000"/>
          </a:xfrm>
          <a:custGeom>
            <a:avLst/>
            <a:gdLst/>
            <a:ahLst/>
            <a:cxnLst/>
            <a:rect r="r" b="b" t="t" l="l"/>
            <a:pathLst>
              <a:path h="10287000" w="18355985">
                <a:moveTo>
                  <a:pt x="0" y="0"/>
                </a:moveTo>
                <a:lnTo>
                  <a:pt x="18355985" y="0"/>
                </a:lnTo>
                <a:lnTo>
                  <a:pt x="183559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-18703"/>
            <a:ext cx="18355985" cy="10287000"/>
          </a:xfrm>
          <a:custGeom>
            <a:avLst/>
            <a:gdLst/>
            <a:ahLst/>
            <a:cxnLst/>
            <a:rect r="r" b="b" t="t" l="l"/>
            <a:pathLst>
              <a:path h="10287000" w="18355985">
                <a:moveTo>
                  <a:pt x="0" y="0"/>
                </a:moveTo>
                <a:lnTo>
                  <a:pt x="18355985" y="0"/>
                </a:lnTo>
                <a:lnTo>
                  <a:pt x="183559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81234" y="1291188"/>
            <a:ext cx="14925533" cy="418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56"/>
              </a:lnSpc>
            </a:pPr>
            <a:r>
              <a:rPr lang="en-US" b="true" sz="16796" spc="503">
                <a:solidFill>
                  <a:srgbClr val="3A3A6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LET’S BUILD CIRCUITS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52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03923" y="1028700"/>
            <a:ext cx="4662822" cy="5318808"/>
          </a:xfrm>
          <a:custGeom>
            <a:avLst/>
            <a:gdLst/>
            <a:ahLst/>
            <a:cxnLst/>
            <a:rect r="r" b="b" t="t" l="l"/>
            <a:pathLst>
              <a:path h="5318808" w="4662822">
                <a:moveTo>
                  <a:pt x="0" y="0"/>
                </a:moveTo>
                <a:lnTo>
                  <a:pt x="4662822" y="0"/>
                </a:lnTo>
                <a:lnTo>
                  <a:pt x="4662822" y="5318808"/>
                </a:lnTo>
                <a:lnTo>
                  <a:pt x="0" y="53188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829101" y="1028700"/>
            <a:ext cx="4662822" cy="5318808"/>
          </a:xfrm>
          <a:custGeom>
            <a:avLst/>
            <a:gdLst/>
            <a:ahLst/>
            <a:cxnLst/>
            <a:rect r="r" b="b" t="t" l="l"/>
            <a:pathLst>
              <a:path h="5318808" w="4662822">
                <a:moveTo>
                  <a:pt x="4662822" y="0"/>
                </a:moveTo>
                <a:lnTo>
                  <a:pt x="0" y="0"/>
                </a:lnTo>
                <a:lnTo>
                  <a:pt x="0" y="5318808"/>
                </a:lnTo>
                <a:lnTo>
                  <a:pt x="4662822" y="5318808"/>
                </a:lnTo>
                <a:lnTo>
                  <a:pt x="466282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70599" y="5819531"/>
            <a:ext cx="18829198" cy="4682925"/>
            <a:chOff x="0" y="0"/>
            <a:chExt cx="6256259" cy="1555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56259" cy="1555966"/>
            </a:xfrm>
            <a:custGeom>
              <a:avLst/>
              <a:gdLst/>
              <a:ahLst/>
              <a:cxnLst/>
              <a:rect r="r" b="b" t="t" l="l"/>
              <a:pathLst>
                <a:path h="1555966" w="6256259">
                  <a:moveTo>
                    <a:pt x="0" y="0"/>
                  </a:moveTo>
                  <a:lnTo>
                    <a:pt x="6256259" y="0"/>
                  </a:lnTo>
                  <a:lnTo>
                    <a:pt x="6256259" y="1555966"/>
                  </a:lnTo>
                  <a:lnTo>
                    <a:pt x="0" y="1555966"/>
                  </a:ln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6256259" cy="1575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70599" y="-153098"/>
            <a:ext cx="18558599" cy="10400548"/>
          </a:xfrm>
          <a:custGeom>
            <a:avLst/>
            <a:gdLst/>
            <a:ahLst/>
            <a:cxnLst/>
            <a:rect r="r" b="b" t="t" l="l"/>
            <a:pathLst>
              <a:path h="10400548" w="18558599">
                <a:moveTo>
                  <a:pt x="0" y="0"/>
                </a:moveTo>
                <a:lnTo>
                  <a:pt x="18558599" y="0"/>
                </a:lnTo>
                <a:lnTo>
                  <a:pt x="18558599" y="10400549"/>
                </a:lnTo>
                <a:lnTo>
                  <a:pt x="0" y="10400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17810" y="1530827"/>
            <a:ext cx="10852379" cy="360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047"/>
              </a:lnSpc>
            </a:pPr>
            <a:r>
              <a:rPr lang="en-US" b="true" sz="13006" strike="noStrike" u="none">
                <a:solidFill>
                  <a:srgbClr val="3A3A6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Electricity and Circuits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42888" y="6696075"/>
            <a:ext cx="12602223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7"/>
              </a:lnSpc>
            </a:pPr>
            <a:r>
              <a:rPr lang="en-US" b="true" sz="4197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Electrical energy</a:t>
            </a:r>
            <a:r>
              <a:rPr lang="en-US" sz="41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is one of the most common and most useful forms of energy. </a:t>
            </a:r>
            <a:r>
              <a:rPr lang="en-US" b="true" sz="4197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Circuits</a:t>
            </a:r>
            <a:r>
              <a:rPr lang="en-US" sz="41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in electrical devices allow electricity use with a flip of a switch.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52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15533" y="893643"/>
            <a:ext cx="11343767" cy="2643152"/>
            <a:chOff x="0" y="0"/>
            <a:chExt cx="3112051" cy="725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2051" cy="716064"/>
            </a:xfrm>
            <a:custGeom>
              <a:avLst/>
              <a:gdLst/>
              <a:ahLst/>
              <a:cxnLst/>
              <a:rect r="r" b="b" t="t" l="l"/>
              <a:pathLst>
                <a:path h="716064" w="3112051">
                  <a:moveTo>
                    <a:pt x="2790453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83451"/>
                  </a:cubicBezTo>
                  <a:cubicBezTo>
                    <a:pt x="0" y="400092"/>
                    <a:pt x="66279" y="495233"/>
                    <a:pt x="162037" y="539374"/>
                  </a:cubicBezTo>
                  <a:lnTo>
                    <a:pt x="162037" y="708061"/>
                  </a:lnTo>
                  <a:cubicBezTo>
                    <a:pt x="162037" y="711165"/>
                    <a:pt x="163831" y="713988"/>
                    <a:pt x="166641" y="715307"/>
                  </a:cubicBezTo>
                  <a:cubicBezTo>
                    <a:pt x="169451" y="716625"/>
                    <a:pt x="172770" y="716199"/>
                    <a:pt x="175157" y="714215"/>
                  </a:cubicBezTo>
                  <a:lnTo>
                    <a:pt x="340724" y="576563"/>
                  </a:lnTo>
                  <a:cubicBezTo>
                    <a:pt x="349202" y="569514"/>
                    <a:pt x="359880" y="565655"/>
                    <a:pt x="370906" y="565655"/>
                  </a:cubicBezTo>
                  <a:lnTo>
                    <a:pt x="2790453" y="565655"/>
                  </a:lnTo>
                  <a:cubicBezTo>
                    <a:pt x="2985613" y="565655"/>
                    <a:pt x="3112051" y="442143"/>
                    <a:pt x="3112051" y="283438"/>
                  </a:cubicBezTo>
                  <a:cubicBezTo>
                    <a:pt x="3112062" y="123512"/>
                    <a:pt x="2985613" y="0"/>
                    <a:pt x="2790453" y="0"/>
                  </a:cubicBezTo>
                  <a:close/>
                </a:path>
              </a:pathLst>
            </a:custGeom>
            <a:solidFill>
              <a:srgbClr val="F852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3112051" cy="496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0234"/>
                </a:lnSpc>
                <a:spcBef>
                  <a:spcPct val="0"/>
                </a:spcBef>
              </a:pPr>
              <a:r>
                <a:rPr lang="en-US" b="true" sz="860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THINK ABOUT IT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58983" y="0"/>
            <a:ext cx="18446983" cy="10076126"/>
          </a:xfrm>
          <a:custGeom>
            <a:avLst/>
            <a:gdLst/>
            <a:ahLst/>
            <a:cxnLst/>
            <a:rect r="r" b="b" t="t" l="l"/>
            <a:pathLst>
              <a:path h="10076126" w="18446983">
                <a:moveTo>
                  <a:pt x="0" y="0"/>
                </a:moveTo>
                <a:lnTo>
                  <a:pt x="18446983" y="0"/>
                </a:lnTo>
                <a:lnTo>
                  <a:pt x="18446983" y="10076126"/>
                </a:lnTo>
                <a:lnTo>
                  <a:pt x="0" y="10076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-38753" t="-21126" r="0" b="-21126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398899" y="3375874"/>
            <a:ext cx="8377034" cy="1486973"/>
            <a:chOff x="0" y="0"/>
            <a:chExt cx="2783384" cy="4940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3384" cy="494067"/>
            </a:xfrm>
            <a:custGeom>
              <a:avLst/>
              <a:gdLst/>
              <a:ahLst/>
              <a:cxnLst/>
              <a:rect r="r" b="b" t="t" l="l"/>
              <a:pathLst>
                <a:path h="494067" w="2783384">
                  <a:moveTo>
                    <a:pt x="27726" y="0"/>
                  </a:moveTo>
                  <a:lnTo>
                    <a:pt x="2755659" y="0"/>
                  </a:lnTo>
                  <a:cubicBezTo>
                    <a:pt x="2763012" y="0"/>
                    <a:pt x="2770064" y="2921"/>
                    <a:pt x="2775264" y="8121"/>
                  </a:cubicBezTo>
                  <a:cubicBezTo>
                    <a:pt x="2780463" y="13320"/>
                    <a:pt x="2783384" y="20372"/>
                    <a:pt x="2783384" y="27726"/>
                  </a:cubicBezTo>
                  <a:lnTo>
                    <a:pt x="2783384" y="466342"/>
                  </a:lnTo>
                  <a:cubicBezTo>
                    <a:pt x="2783384" y="473695"/>
                    <a:pt x="2780463" y="480747"/>
                    <a:pt x="2775264" y="485947"/>
                  </a:cubicBezTo>
                  <a:cubicBezTo>
                    <a:pt x="2770064" y="491146"/>
                    <a:pt x="2763012" y="494067"/>
                    <a:pt x="2755659" y="494067"/>
                  </a:cubicBezTo>
                  <a:lnTo>
                    <a:pt x="27726" y="494067"/>
                  </a:lnTo>
                  <a:cubicBezTo>
                    <a:pt x="20372" y="494067"/>
                    <a:pt x="13320" y="491146"/>
                    <a:pt x="8121" y="485947"/>
                  </a:cubicBezTo>
                  <a:cubicBezTo>
                    <a:pt x="2921" y="480747"/>
                    <a:pt x="0" y="473695"/>
                    <a:pt x="0" y="466342"/>
                  </a:cubicBezTo>
                  <a:lnTo>
                    <a:pt x="0" y="27726"/>
                  </a:lnTo>
                  <a:cubicBezTo>
                    <a:pt x="0" y="20372"/>
                    <a:pt x="2921" y="13320"/>
                    <a:pt x="8121" y="8121"/>
                  </a:cubicBezTo>
                  <a:cubicBezTo>
                    <a:pt x="13320" y="2921"/>
                    <a:pt x="20372" y="0"/>
                    <a:pt x="27726" y="0"/>
                  </a:cubicBezTo>
                  <a:close/>
                </a:path>
              </a:pathLst>
            </a:custGeom>
            <a:solidFill>
              <a:srgbClr val="F8525D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783384" cy="49406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906782" indent="-453391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How do circuits work?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98899" y="5032520"/>
            <a:ext cx="8377034" cy="2113462"/>
            <a:chOff x="0" y="0"/>
            <a:chExt cx="2783384" cy="7022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83384" cy="702227"/>
            </a:xfrm>
            <a:custGeom>
              <a:avLst/>
              <a:gdLst/>
              <a:ahLst/>
              <a:cxnLst/>
              <a:rect r="r" b="b" t="t" l="l"/>
              <a:pathLst>
                <a:path h="702227" w="2783384">
                  <a:moveTo>
                    <a:pt x="27726" y="0"/>
                  </a:moveTo>
                  <a:lnTo>
                    <a:pt x="2755659" y="0"/>
                  </a:lnTo>
                  <a:cubicBezTo>
                    <a:pt x="2763012" y="0"/>
                    <a:pt x="2770064" y="2921"/>
                    <a:pt x="2775264" y="8121"/>
                  </a:cubicBezTo>
                  <a:cubicBezTo>
                    <a:pt x="2780463" y="13320"/>
                    <a:pt x="2783384" y="20372"/>
                    <a:pt x="2783384" y="27726"/>
                  </a:cubicBezTo>
                  <a:lnTo>
                    <a:pt x="2783384" y="674501"/>
                  </a:lnTo>
                  <a:cubicBezTo>
                    <a:pt x="2783384" y="681855"/>
                    <a:pt x="2780463" y="688907"/>
                    <a:pt x="2775264" y="694106"/>
                  </a:cubicBezTo>
                  <a:cubicBezTo>
                    <a:pt x="2770064" y="699306"/>
                    <a:pt x="2763012" y="702227"/>
                    <a:pt x="2755659" y="702227"/>
                  </a:cubicBezTo>
                  <a:lnTo>
                    <a:pt x="27726" y="702227"/>
                  </a:lnTo>
                  <a:cubicBezTo>
                    <a:pt x="20372" y="702227"/>
                    <a:pt x="13320" y="699306"/>
                    <a:pt x="8121" y="694106"/>
                  </a:cubicBezTo>
                  <a:cubicBezTo>
                    <a:pt x="2921" y="688907"/>
                    <a:pt x="0" y="681855"/>
                    <a:pt x="0" y="674501"/>
                  </a:cubicBezTo>
                  <a:lnTo>
                    <a:pt x="0" y="27726"/>
                  </a:lnTo>
                  <a:cubicBezTo>
                    <a:pt x="0" y="20372"/>
                    <a:pt x="2921" y="13320"/>
                    <a:pt x="8121" y="8121"/>
                  </a:cubicBezTo>
                  <a:cubicBezTo>
                    <a:pt x="13320" y="2921"/>
                    <a:pt x="20372" y="0"/>
                    <a:pt x="27726" y="0"/>
                  </a:cubicBezTo>
                  <a:close/>
                </a:path>
              </a:pathLst>
            </a:custGeom>
            <a:solidFill>
              <a:srgbClr val="F8525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783384" cy="70222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906782" indent="-453391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What are the different types of circuits?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98899" y="7315655"/>
            <a:ext cx="8377034" cy="2113462"/>
            <a:chOff x="0" y="0"/>
            <a:chExt cx="2783384" cy="7022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83384" cy="702227"/>
            </a:xfrm>
            <a:custGeom>
              <a:avLst/>
              <a:gdLst/>
              <a:ahLst/>
              <a:cxnLst/>
              <a:rect r="r" b="b" t="t" l="l"/>
              <a:pathLst>
                <a:path h="702227" w="2783384">
                  <a:moveTo>
                    <a:pt x="27726" y="0"/>
                  </a:moveTo>
                  <a:lnTo>
                    <a:pt x="2755659" y="0"/>
                  </a:lnTo>
                  <a:cubicBezTo>
                    <a:pt x="2763012" y="0"/>
                    <a:pt x="2770064" y="2921"/>
                    <a:pt x="2775264" y="8121"/>
                  </a:cubicBezTo>
                  <a:cubicBezTo>
                    <a:pt x="2780463" y="13320"/>
                    <a:pt x="2783384" y="20372"/>
                    <a:pt x="2783384" y="27726"/>
                  </a:cubicBezTo>
                  <a:lnTo>
                    <a:pt x="2783384" y="674501"/>
                  </a:lnTo>
                  <a:cubicBezTo>
                    <a:pt x="2783384" y="681855"/>
                    <a:pt x="2780463" y="688907"/>
                    <a:pt x="2775264" y="694106"/>
                  </a:cubicBezTo>
                  <a:cubicBezTo>
                    <a:pt x="2770064" y="699306"/>
                    <a:pt x="2763012" y="702227"/>
                    <a:pt x="2755659" y="702227"/>
                  </a:cubicBezTo>
                  <a:lnTo>
                    <a:pt x="27726" y="702227"/>
                  </a:lnTo>
                  <a:cubicBezTo>
                    <a:pt x="20372" y="702227"/>
                    <a:pt x="13320" y="699306"/>
                    <a:pt x="8121" y="694106"/>
                  </a:cubicBezTo>
                  <a:cubicBezTo>
                    <a:pt x="2921" y="688907"/>
                    <a:pt x="0" y="681855"/>
                    <a:pt x="0" y="674501"/>
                  </a:cubicBezTo>
                  <a:lnTo>
                    <a:pt x="0" y="27726"/>
                  </a:lnTo>
                  <a:cubicBezTo>
                    <a:pt x="0" y="20372"/>
                    <a:pt x="2921" y="13320"/>
                    <a:pt x="8121" y="8121"/>
                  </a:cubicBezTo>
                  <a:cubicBezTo>
                    <a:pt x="13320" y="2921"/>
                    <a:pt x="20372" y="0"/>
                    <a:pt x="27726" y="0"/>
                  </a:cubicBezTo>
                  <a:close/>
                </a:path>
              </a:pathLst>
            </a:custGeom>
            <a:solidFill>
              <a:srgbClr val="F8525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783384" cy="70222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906782" indent="-453391" lvl="1">
                <a:lnSpc>
                  <a:spcPts val="5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4200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What are the components of different circuit types?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52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5039" y="2662668"/>
            <a:ext cx="3960647" cy="6686604"/>
            <a:chOff x="0" y="0"/>
            <a:chExt cx="1315979" cy="2221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5979" cy="2221716"/>
            </a:xfrm>
            <a:custGeom>
              <a:avLst/>
              <a:gdLst/>
              <a:ahLst/>
              <a:cxnLst/>
              <a:rect r="r" b="b" t="t" l="l"/>
              <a:pathLst>
                <a:path h="2221716" w="1315979">
                  <a:moveTo>
                    <a:pt x="58641" y="0"/>
                  </a:moveTo>
                  <a:lnTo>
                    <a:pt x="1257338" y="0"/>
                  </a:lnTo>
                  <a:cubicBezTo>
                    <a:pt x="1289725" y="0"/>
                    <a:pt x="1315979" y="26255"/>
                    <a:pt x="1315979" y="58641"/>
                  </a:cubicBezTo>
                  <a:lnTo>
                    <a:pt x="1315979" y="2163074"/>
                  </a:lnTo>
                  <a:cubicBezTo>
                    <a:pt x="1315979" y="2178627"/>
                    <a:pt x="1309801" y="2193543"/>
                    <a:pt x="1298804" y="2204540"/>
                  </a:cubicBezTo>
                  <a:cubicBezTo>
                    <a:pt x="1287806" y="2215537"/>
                    <a:pt x="1272891" y="2221716"/>
                    <a:pt x="1257338" y="2221716"/>
                  </a:cubicBezTo>
                  <a:lnTo>
                    <a:pt x="58641" y="2221716"/>
                  </a:lnTo>
                  <a:cubicBezTo>
                    <a:pt x="43089" y="2221716"/>
                    <a:pt x="28173" y="2215537"/>
                    <a:pt x="17176" y="2204540"/>
                  </a:cubicBezTo>
                  <a:cubicBezTo>
                    <a:pt x="6178" y="2193543"/>
                    <a:pt x="0" y="2178627"/>
                    <a:pt x="0" y="2163074"/>
                  </a:cubicBezTo>
                  <a:lnTo>
                    <a:pt x="0" y="58641"/>
                  </a:lnTo>
                  <a:cubicBezTo>
                    <a:pt x="0" y="43089"/>
                    <a:pt x="6178" y="28173"/>
                    <a:pt x="17176" y="17176"/>
                  </a:cubicBezTo>
                  <a:cubicBezTo>
                    <a:pt x="28173" y="6178"/>
                    <a:pt x="43089" y="0"/>
                    <a:pt x="5864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315979" cy="221219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1">
                <a:lnSpc>
                  <a:spcPts val="31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30217" y="2662668"/>
            <a:ext cx="3960647" cy="6686604"/>
            <a:chOff x="0" y="0"/>
            <a:chExt cx="1315979" cy="22217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5979" cy="2221716"/>
            </a:xfrm>
            <a:custGeom>
              <a:avLst/>
              <a:gdLst/>
              <a:ahLst/>
              <a:cxnLst/>
              <a:rect r="r" b="b" t="t" l="l"/>
              <a:pathLst>
                <a:path h="2221716" w="1315979">
                  <a:moveTo>
                    <a:pt x="58641" y="0"/>
                  </a:moveTo>
                  <a:lnTo>
                    <a:pt x="1257338" y="0"/>
                  </a:lnTo>
                  <a:cubicBezTo>
                    <a:pt x="1289725" y="0"/>
                    <a:pt x="1315979" y="26255"/>
                    <a:pt x="1315979" y="58641"/>
                  </a:cubicBezTo>
                  <a:lnTo>
                    <a:pt x="1315979" y="2163074"/>
                  </a:lnTo>
                  <a:cubicBezTo>
                    <a:pt x="1315979" y="2178627"/>
                    <a:pt x="1309801" y="2193543"/>
                    <a:pt x="1298804" y="2204540"/>
                  </a:cubicBezTo>
                  <a:cubicBezTo>
                    <a:pt x="1287806" y="2215537"/>
                    <a:pt x="1272891" y="2221716"/>
                    <a:pt x="1257338" y="2221716"/>
                  </a:cubicBezTo>
                  <a:lnTo>
                    <a:pt x="58641" y="2221716"/>
                  </a:lnTo>
                  <a:cubicBezTo>
                    <a:pt x="43089" y="2221716"/>
                    <a:pt x="28173" y="2215537"/>
                    <a:pt x="17176" y="2204540"/>
                  </a:cubicBezTo>
                  <a:cubicBezTo>
                    <a:pt x="6178" y="2193543"/>
                    <a:pt x="0" y="2178627"/>
                    <a:pt x="0" y="2163074"/>
                  </a:cubicBezTo>
                  <a:lnTo>
                    <a:pt x="0" y="58641"/>
                  </a:lnTo>
                  <a:cubicBezTo>
                    <a:pt x="0" y="43089"/>
                    <a:pt x="6178" y="28173"/>
                    <a:pt x="17176" y="17176"/>
                  </a:cubicBezTo>
                  <a:cubicBezTo>
                    <a:pt x="28173" y="6178"/>
                    <a:pt x="43089" y="0"/>
                    <a:pt x="5864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315979" cy="221219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1">
                <a:lnSpc>
                  <a:spcPts val="31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98119" y="2662668"/>
            <a:ext cx="3960647" cy="6686604"/>
            <a:chOff x="0" y="0"/>
            <a:chExt cx="1315979" cy="22217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5979" cy="2221716"/>
            </a:xfrm>
            <a:custGeom>
              <a:avLst/>
              <a:gdLst/>
              <a:ahLst/>
              <a:cxnLst/>
              <a:rect r="r" b="b" t="t" l="l"/>
              <a:pathLst>
                <a:path h="2221716" w="1315979">
                  <a:moveTo>
                    <a:pt x="58641" y="0"/>
                  </a:moveTo>
                  <a:lnTo>
                    <a:pt x="1257338" y="0"/>
                  </a:lnTo>
                  <a:cubicBezTo>
                    <a:pt x="1289725" y="0"/>
                    <a:pt x="1315979" y="26255"/>
                    <a:pt x="1315979" y="58641"/>
                  </a:cubicBezTo>
                  <a:lnTo>
                    <a:pt x="1315979" y="2163074"/>
                  </a:lnTo>
                  <a:cubicBezTo>
                    <a:pt x="1315979" y="2178627"/>
                    <a:pt x="1309801" y="2193543"/>
                    <a:pt x="1298804" y="2204540"/>
                  </a:cubicBezTo>
                  <a:cubicBezTo>
                    <a:pt x="1287806" y="2215537"/>
                    <a:pt x="1272891" y="2221716"/>
                    <a:pt x="1257338" y="2221716"/>
                  </a:cubicBezTo>
                  <a:lnTo>
                    <a:pt x="58641" y="2221716"/>
                  </a:lnTo>
                  <a:cubicBezTo>
                    <a:pt x="43089" y="2221716"/>
                    <a:pt x="28173" y="2215537"/>
                    <a:pt x="17176" y="2204540"/>
                  </a:cubicBezTo>
                  <a:cubicBezTo>
                    <a:pt x="6178" y="2193543"/>
                    <a:pt x="0" y="2178627"/>
                    <a:pt x="0" y="2163074"/>
                  </a:cubicBezTo>
                  <a:lnTo>
                    <a:pt x="0" y="58641"/>
                  </a:lnTo>
                  <a:cubicBezTo>
                    <a:pt x="0" y="43089"/>
                    <a:pt x="6178" y="28173"/>
                    <a:pt x="17176" y="17176"/>
                  </a:cubicBezTo>
                  <a:cubicBezTo>
                    <a:pt x="28173" y="6178"/>
                    <a:pt x="43089" y="0"/>
                    <a:pt x="5864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315979" cy="221219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1">
                <a:lnSpc>
                  <a:spcPts val="31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62314" y="2662668"/>
            <a:ext cx="3960647" cy="6686604"/>
            <a:chOff x="0" y="0"/>
            <a:chExt cx="1315979" cy="22217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5979" cy="2221716"/>
            </a:xfrm>
            <a:custGeom>
              <a:avLst/>
              <a:gdLst/>
              <a:ahLst/>
              <a:cxnLst/>
              <a:rect r="r" b="b" t="t" l="l"/>
              <a:pathLst>
                <a:path h="2221716" w="1315979">
                  <a:moveTo>
                    <a:pt x="58641" y="0"/>
                  </a:moveTo>
                  <a:lnTo>
                    <a:pt x="1257338" y="0"/>
                  </a:lnTo>
                  <a:cubicBezTo>
                    <a:pt x="1289725" y="0"/>
                    <a:pt x="1315979" y="26255"/>
                    <a:pt x="1315979" y="58641"/>
                  </a:cubicBezTo>
                  <a:lnTo>
                    <a:pt x="1315979" y="2163074"/>
                  </a:lnTo>
                  <a:cubicBezTo>
                    <a:pt x="1315979" y="2178627"/>
                    <a:pt x="1309801" y="2193543"/>
                    <a:pt x="1298804" y="2204540"/>
                  </a:cubicBezTo>
                  <a:cubicBezTo>
                    <a:pt x="1287806" y="2215537"/>
                    <a:pt x="1272891" y="2221716"/>
                    <a:pt x="1257338" y="2221716"/>
                  </a:cubicBezTo>
                  <a:lnTo>
                    <a:pt x="58641" y="2221716"/>
                  </a:lnTo>
                  <a:cubicBezTo>
                    <a:pt x="43089" y="2221716"/>
                    <a:pt x="28173" y="2215537"/>
                    <a:pt x="17176" y="2204540"/>
                  </a:cubicBezTo>
                  <a:cubicBezTo>
                    <a:pt x="6178" y="2193543"/>
                    <a:pt x="0" y="2178627"/>
                    <a:pt x="0" y="2163074"/>
                  </a:cubicBezTo>
                  <a:lnTo>
                    <a:pt x="0" y="58641"/>
                  </a:lnTo>
                  <a:cubicBezTo>
                    <a:pt x="0" y="43089"/>
                    <a:pt x="6178" y="28173"/>
                    <a:pt x="17176" y="17176"/>
                  </a:cubicBezTo>
                  <a:cubicBezTo>
                    <a:pt x="28173" y="6178"/>
                    <a:pt x="43089" y="0"/>
                    <a:pt x="5864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315979" cy="221219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1">
                <a:lnSpc>
                  <a:spcPts val="31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004428" y="3472820"/>
            <a:ext cx="2412224" cy="2047375"/>
          </a:xfrm>
          <a:custGeom>
            <a:avLst/>
            <a:gdLst/>
            <a:ahLst/>
            <a:cxnLst/>
            <a:rect r="r" b="b" t="t" l="l"/>
            <a:pathLst>
              <a:path h="2047375" w="2412224">
                <a:moveTo>
                  <a:pt x="0" y="0"/>
                </a:moveTo>
                <a:lnTo>
                  <a:pt x="2412224" y="0"/>
                </a:lnTo>
                <a:lnTo>
                  <a:pt x="2412224" y="2047376"/>
                </a:lnTo>
                <a:lnTo>
                  <a:pt x="0" y="20473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644331" y="3101819"/>
            <a:ext cx="1396613" cy="2418377"/>
          </a:xfrm>
          <a:custGeom>
            <a:avLst/>
            <a:gdLst/>
            <a:ahLst/>
            <a:cxnLst/>
            <a:rect r="r" b="b" t="t" l="l"/>
            <a:pathLst>
              <a:path h="2418377" w="1396613">
                <a:moveTo>
                  <a:pt x="0" y="0"/>
                </a:moveTo>
                <a:lnTo>
                  <a:pt x="1396613" y="0"/>
                </a:lnTo>
                <a:lnTo>
                  <a:pt x="1396613" y="2418377"/>
                </a:lnTo>
                <a:lnTo>
                  <a:pt x="0" y="24183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V="true">
            <a:off x="965039" y="6005971"/>
            <a:ext cx="3960647" cy="0"/>
          </a:xfrm>
          <a:prstGeom prst="line">
            <a:avLst/>
          </a:prstGeom>
          <a:ln cap="flat" w="38100">
            <a:solidFill>
              <a:srgbClr val="F852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9230217" y="6005971"/>
            <a:ext cx="3960647" cy="0"/>
          </a:xfrm>
          <a:prstGeom prst="line">
            <a:avLst/>
          </a:prstGeom>
          <a:ln cap="flat" w="38100">
            <a:solidFill>
              <a:srgbClr val="F852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5098119" y="6005971"/>
            <a:ext cx="3960647" cy="0"/>
          </a:xfrm>
          <a:prstGeom prst="line">
            <a:avLst/>
          </a:prstGeom>
          <a:ln cap="flat" w="38100">
            <a:solidFill>
              <a:srgbClr val="F852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3362314" y="6005971"/>
            <a:ext cx="3960647" cy="0"/>
          </a:xfrm>
          <a:prstGeom prst="line">
            <a:avLst/>
          </a:prstGeom>
          <a:ln cap="flat" w="38100">
            <a:solidFill>
              <a:srgbClr val="F852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752548" y="3159394"/>
            <a:ext cx="2385628" cy="2480332"/>
          </a:xfrm>
          <a:custGeom>
            <a:avLst/>
            <a:gdLst/>
            <a:ahLst/>
            <a:cxnLst/>
            <a:rect r="r" b="b" t="t" l="l"/>
            <a:pathLst>
              <a:path h="2480332" w="2385628">
                <a:moveTo>
                  <a:pt x="0" y="0"/>
                </a:moveTo>
                <a:lnTo>
                  <a:pt x="2385628" y="0"/>
                </a:lnTo>
                <a:lnTo>
                  <a:pt x="2385628" y="2480332"/>
                </a:lnTo>
                <a:lnTo>
                  <a:pt x="0" y="2480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3501626">
            <a:off x="6824181" y="3075984"/>
            <a:ext cx="604169" cy="2777790"/>
          </a:xfrm>
          <a:custGeom>
            <a:avLst/>
            <a:gdLst/>
            <a:ahLst/>
            <a:cxnLst/>
            <a:rect r="r" b="b" t="t" l="l"/>
            <a:pathLst>
              <a:path h="2777790" w="604169">
                <a:moveTo>
                  <a:pt x="0" y="0"/>
                </a:moveTo>
                <a:lnTo>
                  <a:pt x="604169" y="0"/>
                </a:lnTo>
                <a:lnTo>
                  <a:pt x="604169" y="2777789"/>
                </a:lnTo>
                <a:lnTo>
                  <a:pt x="0" y="27777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1999"/>
            </a:blip>
            <a:stretch>
              <a:fillRect l="-185" t="0" r="-185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180182" y="937727"/>
            <a:ext cx="11927637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599"/>
              </a:lnSpc>
              <a:spcBef>
                <a:spcPct val="0"/>
              </a:spcBef>
            </a:pPr>
            <a:r>
              <a:rPr lang="en-US" b="true" sz="7999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What makes a circuit?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22753" y="6486066"/>
            <a:ext cx="2445218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b="true" sz="26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Electrical device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87931" y="6486066"/>
            <a:ext cx="2445218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b="true" sz="26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Voltage source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55834" y="6668234"/>
            <a:ext cx="2445218" cy="405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b="true" sz="26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Conductor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20029" y="6668234"/>
            <a:ext cx="2445218" cy="405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b="true" sz="26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Switch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56618" y="7735628"/>
            <a:ext cx="2777489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3A3A66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600" strike="noStrike" u="none">
                <a:solidFill>
                  <a:srgbClr val="3A3A66"/>
                </a:solidFill>
                <a:latin typeface="Open Sauce"/>
                <a:ea typeface="Open Sauce"/>
                <a:cs typeface="Open Sauce"/>
                <a:sym typeface="Open Sauce"/>
              </a:rPr>
              <a:t>onverts electrical energy into another form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09134" y="7735628"/>
            <a:ext cx="3402812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3A3A66"/>
                </a:solidFill>
                <a:latin typeface="Open Sauce"/>
                <a:ea typeface="Open Sauce"/>
                <a:cs typeface="Open Sauce"/>
                <a:sym typeface="Open Sauce"/>
              </a:rPr>
              <a:t>source of electricity, such as batteries or electric outlets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689699" y="7472334"/>
            <a:ext cx="2777489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3A3A66"/>
                </a:solidFill>
                <a:latin typeface="Open Sauce"/>
                <a:ea typeface="Open Sauce"/>
                <a:cs typeface="Open Sauce"/>
                <a:sym typeface="Open Sauce"/>
              </a:rPr>
              <a:t>material that allows current to flow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53893" y="7472334"/>
            <a:ext cx="277748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3A3A66"/>
                </a:solidFill>
                <a:latin typeface="Open Sauce"/>
                <a:ea typeface="Open Sauce"/>
                <a:cs typeface="Open Sauce"/>
                <a:sym typeface="Open Sauce"/>
              </a:rPr>
              <a:t>controls the current flow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6474" y="2785119"/>
            <a:ext cx="699655" cy="69965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2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96474" y="3609654"/>
            <a:ext cx="699655" cy="69965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2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6474" y="4434189"/>
            <a:ext cx="699655" cy="6996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25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96474" y="5258724"/>
            <a:ext cx="699655" cy="69965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25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270599" y="6892749"/>
            <a:ext cx="18829198" cy="5055132"/>
            <a:chOff x="0" y="0"/>
            <a:chExt cx="6256259" cy="16796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56259" cy="1679637"/>
            </a:xfrm>
            <a:custGeom>
              <a:avLst/>
              <a:gdLst/>
              <a:ahLst/>
              <a:cxnLst/>
              <a:rect r="r" b="b" t="t" l="l"/>
              <a:pathLst>
                <a:path h="1679637" w="6256259">
                  <a:moveTo>
                    <a:pt x="0" y="0"/>
                  </a:moveTo>
                  <a:lnTo>
                    <a:pt x="6256259" y="0"/>
                  </a:lnTo>
                  <a:lnTo>
                    <a:pt x="6256259" y="1679637"/>
                  </a:lnTo>
                  <a:lnTo>
                    <a:pt x="0" y="1679637"/>
                  </a:ln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256259" cy="1698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6474" y="7818115"/>
            <a:ext cx="15495051" cy="1241283"/>
            <a:chOff x="0" y="0"/>
            <a:chExt cx="5148443" cy="4124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48443" cy="412433"/>
            </a:xfrm>
            <a:custGeom>
              <a:avLst/>
              <a:gdLst/>
              <a:ahLst/>
              <a:cxnLst/>
              <a:rect r="r" b="b" t="t" l="l"/>
              <a:pathLst>
                <a:path h="412433" w="5148443">
                  <a:moveTo>
                    <a:pt x="43469" y="0"/>
                  </a:moveTo>
                  <a:lnTo>
                    <a:pt x="5104974" y="0"/>
                  </a:lnTo>
                  <a:cubicBezTo>
                    <a:pt x="5128981" y="0"/>
                    <a:pt x="5148443" y="19462"/>
                    <a:pt x="5148443" y="43469"/>
                  </a:cubicBezTo>
                  <a:lnTo>
                    <a:pt x="5148443" y="368965"/>
                  </a:lnTo>
                  <a:cubicBezTo>
                    <a:pt x="5148443" y="392972"/>
                    <a:pt x="5128981" y="412433"/>
                    <a:pt x="5104974" y="412433"/>
                  </a:cubicBezTo>
                  <a:lnTo>
                    <a:pt x="43469" y="412433"/>
                  </a:lnTo>
                  <a:cubicBezTo>
                    <a:pt x="19462" y="412433"/>
                    <a:pt x="0" y="392972"/>
                    <a:pt x="0" y="368965"/>
                  </a:cubicBezTo>
                  <a:lnTo>
                    <a:pt x="0" y="43469"/>
                  </a:lnTo>
                  <a:cubicBezTo>
                    <a:pt x="0" y="19462"/>
                    <a:pt x="19462" y="0"/>
                    <a:pt x="43469" y="0"/>
                  </a:cubicBezTo>
                  <a:close/>
                </a:path>
              </a:pathLst>
            </a:custGeom>
            <a:ln w="95250" cap="rnd">
              <a:solidFill>
                <a:srgbClr val="FFEFCD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5148443" cy="431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261418">
            <a:off x="5835539" y="8511687"/>
            <a:ext cx="1961286" cy="1085946"/>
          </a:xfrm>
          <a:custGeom>
            <a:avLst/>
            <a:gdLst/>
            <a:ahLst/>
            <a:cxnLst/>
            <a:rect r="r" b="b" t="t" l="l"/>
            <a:pathLst>
              <a:path h="1085946" w="1961286">
                <a:moveTo>
                  <a:pt x="0" y="0"/>
                </a:moveTo>
                <a:lnTo>
                  <a:pt x="1961286" y="0"/>
                </a:lnTo>
                <a:lnTo>
                  <a:pt x="1961286" y="1085945"/>
                </a:lnTo>
                <a:lnTo>
                  <a:pt x="0" y="1085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5356" t="-354636" r="-37669" b="-1172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5400000">
            <a:off x="2951256" y="6828127"/>
            <a:ext cx="731838" cy="1996469"/>
          </a:xfrm>
          <a:custGeom>
            <a:avLst/>
            <a:gdLst/>
            <a:ahLst/>
            <a:cxnLst/>
            <a:rect r="r" b="b" t="t" l="l"/>
            <a:pathLst>
              <a:path h="1996469" w="731838">
                <a:moveTo>
                  <a:pt x="731838" y="0"/>
                </a:moveTo>
                <a:lnTo>
                  <a:pt x="0" y="0"/>
                </a:lnTo>
                <a:lnTo>
                  <a:pt x="0" y="1996469"/>
                </a:lnTo>
                <a:lnTo>
                  <a:pt x="731838" y="1996469"/>
                </a:lnTo>
                <a:lnTo>
                  <a:pt x="731838" y="0"/>
                </a:lnTo>
                <a:close/>
              </a:path>
            </a:pathLst>
          </a:custGeom>
          <a:blipFill>
            <a:blip r:embed="rId2"/>
            <a:stretch>
              <a:fillRect l="0" t="-62401" r="-590899" b="-4179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909174" y="7460442"/>
            <a:ext cx="968167" cy="1959872"/>
          </a:xfrm>
          <a:custGeom>
            <a:avLst/>
            <a:gdLst/>
            <a:ahLst/>
            <a:cxnLst/>
            <a:rect r="r" b="b" t="t" l="l"/>
            <a:pathLst>
              <a:path h="1959872" w="968167">
                <a:moveTo>
                  <a:pt x="0" y="0"/>
                </a:moveTo>
                <a:lnTo>
                  <a:pt x="968167" y="0"/>
                </a:lnTo>
                <a:lnTo>
                  <a:pt x="968167" y="1959873"/>
                </a:lnTo>
                <a:lnTo>
                  <a:pt x="0" y="1959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376" t="0" r="-201112" b="-102124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555692" y="7460442"/>
            <a:ext cx="968167" cy="1959872"/>
          </a:xfrm>
          <a:custGeom>
            <a:avLst/>
            <a:gdLst/>
            <a:ahLst/>
            <a:cxnLst/>
            <a:rect r="r" b="b" t="t" l="l"/>
            <a:pathLst>
              <a:path h="1959872" w="968167">
                <a:moveTo>
                  <a:pt x="0" y="0"/>
                </a:moveTo>
                <a:lnTo>
                  <a:pt x="968167" y="0"/>
                </a:lnTo>
                <a:lnTo>
                  <a:pt x="968167" y="1959873"/>
                </a:lnTo>
                <a:lnTo>
                  <a:pt x="0" y="1959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376" t="0" r="-201112" b="-102124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-185" t="0" r="-185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868141" y="1028700"/>
            <a:ext cx="10551717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599"/>
              </a:lnSpc>
              <a:spcBef>
                <a:spcPct val="0"/>
              </a:spcBef>
            </a:pPr>
            <a:r>
              <a:rPr lang="en-US" b="true" sz="7999" strike="noStrike" u="none">
                <a:solidFill>
                  <a:srgbClr val="3A3A6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Activity Instructions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18941" y="2858721"/>
            <a:ext cx="1123675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3A3A66"/>
                </a:solidFill>
                <a:latin typeface="Open Sauce"/>
                <a:ea typeface="Open Sauce"/>
                <a:cs typeface="Open Sauce"/>
                <a:sym typeface="Open Sauce"/>
              </a:rPr>
              <a:t>Build a diagram of the different kinds of circuits.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18941" y="3683256"/>
            <a:ext cx="1416365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3A3A66"/>
                </a:solidFill>
                <a:latin typeface="Open Sauce"/>
                <a:ea typeface="Open Sauce"/>
                <a:cs typeface="Open Sauce"/>
                <a:sym typeface="Open Sauce"/>
              </a:rPr>
              <a:t>Use the illustrations on the page. Duplicate them as needed.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18941" y="4507792"/>
            <a:ext cx="9257284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3A3A66"/>
                </a:solidFill>
                <a:latin typeface="Open Sauce"/>
                <a:ea typeface="Open Sauce"/>
                <a:cs typeface="Open Sauce"/>
                <a:sym typeface="Open Sauce"/>
              </a:rPr>
              <a:t>Use arrows to show the flow of energy.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18941" y="5332327"/>
            <a:ext cx="14572585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3A3A66"/>
                </a:solidFill>
                <a:latin typeface="Open Sauce"/>
                <a:ea typeface="Open Sauce"/>
                <a:cs typeface="Open Sauce"/>
                <a:sym typeface="Open Sauce"/>
              </a:rPr>
              <a:t>Identify the type of energy the electric energy is converted to.</a:t>
            </a:r>
            <a:r>
              <a:rPr lang="en-US" sz="3800">
                <a:solidFill>
                  <a:srgbClr val="3A3A6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52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293842" y="8268046"/>
            <a:ext cx="1606907" cy="889730"/>
          </a:xfrm>
          <a:custGeom>
            <a:avLst/>
            <a:gdLst/>
            <a:ahLst/>
            <a:cxnLst/>
            <a:rect r="r" b="b" t="t" l="l"/>
            <a:pathLst>
              <a:path h="889730" w="1606907">
                <a:moveTo>
                  <a:pt x="0" y="0"/>
                </a:moveTo>
                <a:lnTo>
                  <a:pt x="1606907" y="0"/>
                </a:lnTo>
                <a:lnTo>
                  <a:pt x="1606907" y="889730"/>
                </a:lnTo>
                <a:lnTo>
                  <a:pt x="0" y="889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5356" t="-354636" r="-37669" b="-117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95841" y="7910036"/>
            <a:ext cx="793232" cy="1605749"/>
          </a:xfrm>
          <a:custGeom>
            <a:avLst/>
            <a:gdLst/>
            <a:ahLst/>
            <a:cxnLst/>
            <a:rect r="r" b="b" t="t" l="l"/>
            <a:pathLst>
              <a:path h="1605749" w="793232">
                <a:moveTo>
                  <a:pt x="0" y="0"/>
                </a:moveTo>
                <a:lnTo>
                  <a:pt x="793232" y="0"/>
                </a:lnTo>
                <a:lnTo>
                  <a:pt x="793232" y="1605750"/>
                </a:lnTo>
                <a:lnTo>
                  <a:pt x="0" y="160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376" t="0" r="-201112" b="-1021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42753" y="8018224"/>
            <a:ext cx="802364" cy="1389375"/>
          </a:xfrm>
          <a:custGeom>
            <a:avLst/>
            <a:gdLst/>
            <a:ahLst/>
            <a:cxnLst/>
            <a:rect r="r" b="b" t="t" l="l"/>
            <a:pathLst>
              <a:path h="1389375" w="802364">
                <a:moveTo>
                  <a:pt x="0" y="0"/>
                </a:moveTo>
                <a:lnTo>
                  <a:pt x="802365" y="0"/>
                </a:lnTo>
                <a:lnTo>
                  <a:pt x="802365" y="1389375"/>
                </a:lnTo>
                <a:lnTo>
                  <a:pt x="0" y="1389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8798" y="7776131"/>
            <a:ext cx="1321640" cy="1873560"/>
          </a:xfrm>
          <a:custGeom>
            <a:avLst/>
            <a:gdLst/>
            <a:ahLst/>
            <a:cxnLst/>
            <a:rect r="r" b="b" t="t" l="l"/>
            <a:pathLst>
              <a:path h="1873560" w="1321640">
                <a:moveTo>
                  <a:pt x="0" y="0"/>
                </a:moveTo>
                <a:lnTo>
                  <a:pt x="1321641" y="0"/>
                </a:lnTo>
                <a:lnTo>
                  <a:pt x="1321641" y="1873560"/>
                </a:lnTo>
                <a:lnTo>
                  <a:pt x="0" y="1873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85475" y="8028278"/>
            <a:ext cx="1613275" cy="1369267"/>
          </a:xfrm>
          <a:custGeom>
            <a:avLst/>
            <a:gdLst/>
            <a:ahLst/>
            <a:cxnLst/>
            <a:rect r="r" b="b" t="t" l="l"/>
            <a:pathLst>
              <a:path h="1369267" w="1613275">
                <a:moveTo>
                  <a:pt x="0" y="0"/>
                </a:moveTo>
                <a:lnTo>
                  <a:pt x="1613275" y="0"/>
                </a:lnTo>
                <a:lnTo>
                  <a:pt x="1613275" y="1369267"/>
                </a:lnTo>
                <a:lnTo>
                  <a:pt x="0" y="1369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25796" y="7895663"/>
            <a:ext cx="610893" cy="1634497"/>
          </a:xfrm>
          <a:custGeom>
            <a:avLst/>
            <a:gdLst/>
            <a:ahLst/>
            <a:cxnLst/>
            <a:rect r="r" b="b" t="t" l="l"/>
            <a:pathLst>
              <a:path h="1634497" w="610893">
                <a:moveTo>
                  <a:pt x="0" y="0"/>
                </a:moveTo>
                <a:lnTo>
                  <a:pt x="610894" y="0"/>
                </a:lnTo>
                <a:lnTo>
                  <a:pt x="610894" y="1634497"/>
                </a:lnTo>
                <a:lnTo>
                  <a:pt x="0" y="1634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90370" y="7909457"/>
            <a:ext cx="641424" cy="1606907"/>
          </a:xfrm>
          <a:custGeom>
            <a:avLst/>
            <a:gdLst/>
            <a:ahLst/>
            <a:cxnLst/>
            <a:rect r="r" b="b" t="t" l="l"/>
            <a:pathLst>
              <a:path h="1606907" w="641424">
                <a:moveTo>
                  <a:pt x="0" y="0"/>
                </a:moveTo>
                <a:lnTo>
                  <a:pt x="641424" y="0"/>
                </a:lnTo>
                <a:lnTo>
                  <a:pt x="641424" y="1606908"/>
                </a:lnTo>
                <a:lnTo>
                  <a:pt x="0" y="16069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067561" y="7969740"/>
            <a:ext cx="3502016" cy="1486342"/>
            <a:chOff x="0" y="0"/>
            <a:chExt cx="4669355" cy="198179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669355" cy="1981790"/>
              <a:chOff x="0" y="0"/>
              <a:chExt cx="1240464" cy="52648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40464" cy="526484"/>
              </a:xfrm>
              <a:custGeom>
                <a:avLst/>
                <a:gdLst/>
                <a:ahLst/>
                <a:cxnLst/>
                <a:rect r="r" b="b" t="t" l="l"/>
                <a:pathLst>
                  <a:path h="526484" w="1240464">
                    <a:moveTo>
                      <a:pt x="62211" y="0"/>
                    </a:moveTo>
                    <a:lnTo>
                      <a:pt x="1178253" y="0"/>
                    </a:lnTo>
                    <a:cubicBezTo>
                      <a:pt x="1194752" y="0"/>
                      <a:pt x="1210576" y="6554"/>
                      <a:pt x="1222243" y="18221"/>
                    </a:cubicBezTo>
                    <a:cubicBezTo>
                      <a:pt x="1233910" y="29888"/>
                      <a:pt x="1240464" y="45712"/>
                      <a:pt x="1240464" y="62211"/>
                    </a:cubicBezTo>
                    <a:lnTo>
                      <a:pt x="1240464" y="464272"/>
                    </a:lnTo>
                    <a:cubicBezTo>
                      <a:pt x="1240464" y="480772"/>
                      <a:pt x="1233910" y="496596"/>
                      <a:pt x="1222243" y="508262"/>
                    </a:cubicBezTo>
                    <a:cubicBezTo>
                      <a:pt x="1210576" y="519929"/>
                      <a:pt x="1194752" y="526484"/>
                      <a:pt x="1178253" y="526484"/>
                    </a:cubicBezTo>
                    <a:lnTo>
                      <a:pt x="62211" y="526484"/>
                    </a:lnTo>
                    <a:cubicBezTo>
                      <a:pt x="45712" y="526484"/>
                      <a:pt x="29888" y="519929"/>
                      <a:pt x="18221" y="508262"/>
                    </a:cubicBezTo>
                    <a:cubicBezTo>
                      <a:pt x="6554" y="496596"/>
                      <a:pt x="0" y="480772"/>
                      <a:pt x="0" y="464272"/>
                    </a:cubicBezTo>
                    <a:lnTo>
                      <a:pt x="0" y="62211"/>
                    </a:lnTo>
                    <a:cubicBezTo>
                      <a:pt x="0" y="45712"/>
                      <a:pt x="6554" y="29888"/>
                      <a:pt x="18221" y="18221"/>
                    </a:cubicBezTo>
                    <a:cubicBezTo>
                      <a:pt x="29888" y="6554"/>
                      <a:pt x="45712" y="0"/>
                      <a:pt x="622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"/>
                <a:ext cx="1240464" cy="536009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12142" y="457495"/>
              <a:ext cx="364507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3A3A66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Press the "/" key and look for the draw tool to create your wires.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8000"/>
            </a:blip>
            <a:stretch>
              <a:fillRect l="-185" t="0" r="-185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651071" y="597898"/>
            <a:ext cx="1098585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039"/>
              </a:lnSpc>
              <a:spcBef>
                <a:spcPct val="0"/>
              </a:spcBef>
            </a:pPr>
            <a:r>
              <a:rPr lang="en-US" b="true" sz="4199" strike="noStrike" u="non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Simple Open Circuit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43516" y="1422437"/>
            <a:ext cx="1200096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switch is off, no current flows and no energy is converted.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52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293842" y="8268046"/>
            <a:ext cx="1606907" cy="889730"/>
          </a:xfrm>
          <a:custGeom>
            <a:avLst/>
            <a:gdLst/>
            <a:ahLst/>
            <a:cxnLst/>
            <a:rect r="r" b="b" t="t" l="l"/>
            <a:pathLst>
              <a:path h="889730" w="1606907">
                <a:moveTo>
                  <a:pt x="0" y="0"/>
                </a:moveTo>
                <a:lnTo>
                  <a:pt x="1606907" y="0"/>
                </a:lnTo>
                <a:lnTo>
                  <a:pt x="1606907" y="889730"/>
                </a:lnTo>
                <a:lnTo>
                  <a:pt x="0" y="889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5356" t="-354636" r="-37669" b="-117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95841" y="7910036"/>
            <a:ext cx="793232" cy="1605749"/>
          </a:xfrm>
          <a:custGeom>
            <a:avLst/>
            <a:gdLst/>
            <a:ahLst/>
            <a:cxnLst/>
            <a:rect r="r" b="b" t="t" l="l"/>
            <a:pathLst>
              <a:path h="1605749" w="793232">
                <a:moveTo>
                  <a:pt x="0" y="0"/>
                </a:moveTo>
                <a:lnTo>
                  <a:pt x="793232" y="0"/>
                </a:lnTo>
                <a:lnTo>
                  <a:pt x="793232" y="1605750"/>
                </a:lnTo>
                <a:lnTo>
                  <a:pt x="0" y="160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376" t="0" r="-201112" b="-1021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42753" y="8018224"/>
            <a:ext cx="802364" cy="1389375"/>
          </a:xfrm>
          <a:custGeom>
            <a:avLst/>
            <a:gdLst/>
            <a:ahLst/>
            <a:cxnLst/>
            <a:rect r="r" b="b" t="t" l="l"/>
            <a:pathLst>
              <a:path h="1389375" w="802364">
                <a:moveTo>
                  <a:pt x="0" y="0"/>
                </a:moveTo>
                <a:lnTo>
                  <a:pt x="802365" y="0"/>
                </a:lnTo>
                <a:lnTo>
                  <a:pt x="802365" y="1389375"/>
                </a:lnTo>
                <a:lnTo>
                  <a:pt x="0" y="1389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8798" y="7776131"/>
            <a:ext cx="1321640" cy="1873560"/>
          </a:xfrm>
          <a:custGeom>
            <a:avLst/>
            <a:gdLst/>
            <a:ahLst/>
            <a:cxnLst/>
            <a:rect r="r" b="b" t="t" l="l"/>
            <a:pathLst>
              <a:path h="1873560" w="1321640">
                <a:moveTo>
                  <a:pt x="0" y="0"/>
                </a:moveTo>
                <a:lnTo>
                  <a:pt x="1321641" y="0"/>
                </a:lnTo>
                <a:lnTo>
                  <a:pt x="1321641" y="1873560"/>
                </a:lnTo>
                <a:lnTo>
                  <a:pt x="0" y="1873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85475" y="8028278"/>
            <a:ext cx="1613275" cy="1369267"/>
          </a:xfrm>
          <a:custGeom>
            <a:avLst/>
            <a:gdLst/>
            <a:ahLst/>
            <a:cxnLst/>
            <a:rect r="r" b="b" t="t" l="l"/>
            <a:pathLst>
              <a:path h="1369267" w="1613275">
                <a:moveTo>
                  <a:pt x="0" y="0"/>
                </a:moveTo>
                <a:lnTo>
                  <a:pt x="1613275" y="0"/>
                </a:lnTo>
                <a:lnTo>
                  <a:pt x="1613275" y="1369267"/>
                </a:lnTo>
                <a:lnTo>
                  <a:pt x="0" y="1369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25796" y="7895663"/>
            <a:ext cx="610893" cy="1634497"/>
          </a:xfrm>
          <a:custGeom>
            <a:avLst/>
            <a:gdLst/>
            <a:ahLst/>
            <a:cxnLst/>
            <a:rect r="r" b="b" t="t" l="l"/>
            <a:pathLst>
              <a:path h="1634497" w="610893">
                <a:moveTo>
                  <a:pt x="0" y="0"/>
                </a:moveTo>
                <a:lnTo>
                  <a:pt x="610894" y="0"/>
                </a:lnTo>
                <a:lnTo>
                  <a:pt x="610894" y="1634497"/>
                </a:lnTo>
                <a:lnTo>
                  <a:pt x="0" y="1634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90370" y="7909457"/>
            <a:ext cx="641424" cy="1606907"/>
          </a:xfrm>
          <a:custGeom>
            <a:avLst/>
            <a:gdLst/>
            <a:ahLst/>
            <a:cxnLst/>
            <a:rect r="r" b="b" t="t" l="l"/>
            <a:pathLst>
              <a:path h="1606907" w="641424">
                <a:moveTo>
                  <a:pt x="0" y="0"/>
                </a:moveTo>
                <a:lnTo>
                  <a:pt x="641424" y="0"/>
                </a:lnTo>
                <a:lnTo>
                  <a:pt x="641424" y="1606908"/>
                </a:lnTo>
                <a:lnTo>
                  <a:pt x="0" y="16069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067561" y="7969740"/>
            <a:ext cx="3502016" cy="1486342"/>
            <a:chOff x="0" y="0"/>
            <a:chExt cx="4669355" cy="198179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669355" cy="1981790"/>
              <a:chOff x="0" y="0"/>
              <a:chExt cx="1240464" cy="52648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40464" cy="526484"/>
              </a:xfrm>
              <a:custGeom>
                <a:avLst/>
                <a:gdLst/>
                <a:ahLst/>
                <a:cxnLst/>
                <a:rect r="r" b="b" t="t" l="l"/>
                <a:pathLst>
                  <a:path h="526484" w="1240464">
                    <a:moveTo>
                      <a:pt x="62211" y="0"/>
                    </a:moveTo>
                    <a:lnTo>
                      <a:pt x="1178253" y="0"/>
                    </a:lnTo>
                    <a:cubicBezTo>
                      <a:pt x="1194752" y="0"/>
                      <a:pt x="1210576" y="6554"/>
                      <a:pt x="1222243" y="18221"/>
                    </a:cubicBezTo>
                    <a:cubicBezTo>
                      <a:pt x="1233910" y="29888"/>
                      <a:pt x="1240464" y="45712"/>
                      <a:pt x="1240464" y="62211"/>
                    </a:cubicBezTo>
                    <a:lnTo>
                      <a:pt x="1240464" y="464272"/>
                    </a:lnTo>
                    <a:cubicBezTo>
                      <a:pt x="1240464" y="480772"/>
                      <a:pt x="1233910" y="496596"/>
                      <a:pt x="1222243" y="508262"/>
                    </a:cubicBezTo>
                    <a:cubicBezTo>
                      <a:pt x="1210576" y="519929"/>
                      <a:pt x="1194752" y="526484"/>
                      <a:pt x="1178253" y="526484"/>
                    </a:cubicBezTo>
                    <a:lnTo>
                      <a:pt x="62211" y="526484"/>
                    </a:lnTo>
                    <a:cubicBezTo>
                      <a:pt x="45712" y="526484"/>
                      <a:pt x="29888" y="519929"/>
                      <a:pt x="18221" y="508262"/>
                    </a:cubicBezTo>
                    <a:cubicBezTo>
                      <a:pt x="6554" y="496596"/>
                      <a:pt x="0" y="480772"/>
                      <a:pt x="0" y="464272"/>
                    </a:cubicBezTo>
                    <a:lnTo>
                      <a:pt x="0" y="62211"/>
                    </a:lnTo>
                    <a:cubicBezTo>
                      <a:pt x="0" y="45712"/>
                      <a:pt x="6554" y="29888"/>
                      <a:pt x="18221" y="18221"/>
                    </a:cubicBezTo>
                    <a:cubicBezTo>
                      <a:pt x="29888" y="6554"/>
                      <a:pt x="45712" y="0"/>
                      <a:pt x="622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"/>
                <a:ext cx="1240464" cy="536009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12142" y="457495"/>
              <a:ext cx="364507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3A3A66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Press the "/" key and look for the draw tool to create your wires.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8000"/>
            </a:blip>
            <a:stretch>
              <a:fillRect l="-185" t="0" r="-185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651071" y="597898"/>
            <a:ext cx="1098585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039"/>
              </a:lnSpc>
              <a:spcBef>
                <a:spcPct val="0"/>
              </a:spcBef>
            </a:pPr>
            <a:r>
              <a:rPr lang="en-US" b="true" sz="4199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Simple Closed Circuit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13349" y="1422437"/>
            <a:ext cx="1326130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switch is on, allowing the current to flow and use energy to power a device.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52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293842" y="8268046"/>
            <a:ext cx="1606907" cy="889730"/>
          </a:xfrm>
          <a:custGeom>
            <a:avLst/>
            <a:gdLst/>
            <a:ahLst/>
            <a:cxnLst/>
            <a:rect r="r" b="b" t="t" l="l"/>
            <a:pathLst>
              <a:path h="889730" w="1606907">
                <a:moveTo>
                  <a:pt x="0" y="0"/>
                </a:moveTo>
                <a:lnTo>
                  <a:pt x="1606907" y="0"/>
                </a:lnTo>
                <a:lnTo>
                  <a:pt x="1606907" y="889730"/>
                </a:lnTo>
                <a:lnTo>
                  <a:pt x="0" y="889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5356" t="-354636" r="-37669" b="-117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95841" y="7910036"/>
            <a:ext cx="793232" cy="1605749"/>
          </a:xfrm>
          <a:custGeom>
            <a:avLst/>
            <a:gdLst/>
            <a:ahLst/>
            <a:cxnLst/>
            <a:rect r="r" b="b" t="t" l="l"/>
            <a:pathLst>
              <a:path h="1605749" w="793232">
                <a:moveTo>
                  <a:pt x="0" y="0"/>
                </a:moveTo>
                <a:lnTo>
                  <a:pt x="793232" y="0"/>
                </a:lnTo>
                <a:lnTo>
                  <a:pt x="793232" y="1605750"/>
                </a:lnTo>
                <a:lnTo>
                  <a:pt x="0" y="160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376" t="0" r="-201112" b="-1021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42753" y="8018224"/>
            <a:ext cx="802364" cy="1389375"/>
          </a:xfrm>
          <a:custGeom>
            <a:avLst/>
            <a:gdLst/>
            <a:ahLst/>
            <a:cxnLst/>
            <a:rect r="r" b="b" t="t" l="l"/>
            <a:pathLst>
              <a:path h="1389375" w="802364">
                <a:moveTo>
                  <a:pt x="0" y="0"/>
                </a:moveTo>
                <a:lnTo>
                  <a:pt x="802365" y="0"/>
                </a:lnTo>
                <a:lnTo>
                  <a:pt x="802365" y="1389375"/>
                </a:lnTo>
                <a:lnTo>
                  <a:pt x="0" y="1389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8798" y="7776131"/>
            <a:ext cx="1321640" cy="1873560"/>
          </a:xfrm>
          <a:custGeom>
            <a:avLst/>
            <a:gdLst/>
            <a:ahLst/>
            <a:cxnLst/>
            <a:rect r="r" b="b" t="t" l="l"/>
            <a:pathLst>
              <a:path h="1873560" w="1321640">
                <a:moveTo>
                  <a:pt x="0" y="0"/>
                </a:moveTo>
                <a:lnTo>
                  <a:pt x="1321641" y="0"/>
                </a:lnTo>
                <a:lnTo>
                  <a:pt x="1321641" y="1873560"/>
                </a:lnTo>
                <a:lnTo>
                  <a:pt x="0" y="1873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85475" y="8028278"/>
            <a:ext cx="1613275" cy="1369267"/>
          </a:xfrm>
          <a:custGeom>
            <a:avLst/>
            <a:gdLst/>
            <a:ahLst/>
            <a:cxnLst/>
            <a:rect r="r" b="b" t="t" l="l"/>
            <a:pathLst>
              <a:path h="1369267" w="1613275">
                <a:moveTo>
                  <a:pt x="0" y="0"/>
                </a:moveTo>
                <a:lnTo>
                  <a:pt x="1613275" y="0"/>
                </a:lnTo>
                <a:lnTo>
                  <a:pt x="1613275" y="1369267"/>
                </a:lnTo>
                <a:lnTo>
                  <a:pt x="0" y="1369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25796" y="7895663"/>
            <a:ext cx="610893" cy="1634497"/>
          </a:xfrm>
          <a:custGeom>
            <a:avLst/>
            <a:gdLst/>
            <a:ahLst/>
            <a:cxnLst/>
            <a:rect r="r" b="b" t="t" l="l"/>
            <a:pathLst>
              <a:path h="1634497" w="610893">
                <a:moveTo>
                  <a:pt x="0" y="0"/>
                </a:moveTo>
                <a:lnTo>
                  <a:pt x="610894" y="0"/>
                </a:lnTo>
                <a:lnTo>
                  <a:pt x="610894" y="1634497"/>
                </a:lnTo>
                <a:lnTo>
                  <a:pt x="0" y="1634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90370" y="7909457"/>
            <a:ext cx="641424" cy="1606907"/>
          </a:xfrm>
          <a:custGeom>
            <a:avLst/>
            <a:gdLst/>
            <a:ahLst/>
            <a:cxnLst/>
            <a:rect r="r" b="b" t="t" l="l"/>
            <a:pathLst>
              <a:path h="1606907" w="641424">
                <a:moveTo>
                  <a:pt x="0" y="0"/>
                </a:moveTo>
                <a:lnTo>
                  <a:pt x="641424" y="0"/>
                </a:lnTo>
                <a:lnTo>
                  <a:pt x="641424" y="1606908"/>
                </a:lnTo>
                <a:lnTo>
                  <a:pt x="0" y="16069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067561" y="7969740"/>
            <a:ext cx="3502016" cy="1486342"/>
            <a:chOff x="0" y="0"/>
            <a:chExt cx="4669355" cy="198179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669355" cy="1981790"/>
              <a:chOff x="0" y="0"/>
              <a:chExt cx="1240464" cy="52648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40464" cy="526484"/>
              </a:xfrm>
              <a:custGeom>
                <a:avLst/>
                <a:gdLst/>
                <a:ahLst/>
                <a:cxnLst/>
                <a:rect r="r" b="b" t="t" l="l"/>
                <a:pathLst>
                  <a:path h="526484" w="1240464">
                    <a:moveTo>
                      <a:pt x="62211" y="0"/>
                    </a:moveTo>
                    <a:lnTo>
                      <a:pt x="1178253" y="0"/>
                    </a:lnTo>
                    <a:cubicBezTo>
                      <a:pt x="1194752" y="0"/>
                      <a:pt x="1210576" y="6554"/>
                      <a:pt x="1222243" y="18221"/>
                    </a:cubicBezTo>
                    <a:cubicBezTo>
                      <a:pt x="1233910" y="29888"/>
                      <a:pt x="1240464" y="45712"/>
                      <a:pt x="1240464" y="62211"/>
                    </a:cubicBezTo>
                    <a:lnTo>
                      <a:pt x="1240464" y="464272"/>
                    </a:lnTo>
                    <a:cubicBezTo>
                      <a:pt x="1240464" y="480772"/>
                      <a:pt x="1233910" y="496596"/>
                      <a:pt x="1222243" y="508262"/>
                    </a:cubicBezTo>
                    <a:cubicBezTo>
                      <a:pt x="1210576" y="519929"/>
                      <a:pt x="1194752" y="526484"/>
                      <a:pt x="1178253" y="526484"/>
                    </a:cubicBezTo>
                    <a:lnTo>
                      <a:pt x="62211" y="526484"/>
                    </a:lnTo>
                    <a:cubicBezTo>
                      <a:pt x="45712" y="526484"/>
                      <a:pt x="29888" y="519929"/>
                      <a:pt x="18221" y="508262"/>
                    </a:cubicBezTo>
                    <a:cubicBezTo>
                      <a:pt x="6554" y="496596"/>
                      <a:pt x="0" y="480772"/>
                      <a:pt x="0" y="464272"/>
                    </a:cubicBezTo>
                    <a:lnTo>
                      <a:pt x="0" y="62211"/>
                    </a:lnTo>
                    <a:cubicBezTo>
                      <a:pt x="0" y="45712"/>
                      <a:pt x="6554" y="29888"/>
                      <a:pt x="18221" y="18221"/>
                    </a:cubicBezTo>
                    <a:cubicBezTo>
                      <a:pt x="29888" y="6554"/>
                      <a:pt x="45712" y="0"/>
                      <a:pt x="622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"/>
                <a:ext cx="1240464" cy="536009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12142" y="457495"/>
              <a:ext cx="364507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3A3A66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Press the "/" key and look for the draw tool to create your wires.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9000"/>
            </a:blip>
            <a:stretch>
              <a:fillRect l="-185" t="0" r="-185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651071" y="597898"/>
            <a:ext cx="1098585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039"/>
              </a:lnSpc>
              <a:spcBef>
                <a:spcPct val="0"/>
              </a:spcBef>
            </a:pPr>
            <a:r>
              <a:rPr lang="en-US" b="true" sz="4199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Series Circuit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13349" y="1422437"/>
            <a:ext cx="1326130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It has a single loop where current flows. All devices are connected in the loop.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52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293842" y="8268046"/>
            <a:ext cx="1606907" cy="889730"/>
          </a:xfrm>
          <a:custGeom>
            <a:avLst/>
            <a:gdLst/>
            <a:ahLst/>
            <a:cxnLst/>
            <a:rect r="r" b="b" t="t" l="l"/>
            <a:pathLst>
              <a:path h="889730" w="1606907">
                <a:moveTo>
                  <a:pt x="0" y="0"/>
                </a:moveTo>
                <a:lnTo>
                  <a:pt x="1606907" y="0"/>
                </a:lnTo>
                <a:lnTo>
                  <a:pt x="1606907" y="889730"/>
                </a:lnTo>
                <a:lnTo>
                  <a:pt x="0" y="889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5356" t="-354636" r="-37669" b="-117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95841" y="7910036"/>
            <a:ext cx="793232" cy="1605749"/>
          </a:xfrm>
          <a:custGeom>
            <a:avLst/>
            <a:gdLst/>
            <a:ahLst/>
            <a:cxnLst/>
            <a:rect r="r" b="b" t="t" l="l"/>
            <a:pathLst>
              <a:path h="1605749" w="793232">
                <a:moveTo>
                  <a:pt x="0" y="0"/>
                </a:moveTo>
                <a:lnTo>
                  <a:pt x="793232" y="0"/>
                </a:lnTo>
                <a:lnTo>
                  <a:pt x="793232" y="1605750"/>
                </a:lnTo>
                <a:lnTo>
                  <a:pt x="0" y="160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376" t="0" r="-201112" b="-1021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42753" y="8018224"/>
            <a:ext cx="802364" cy="1389375"/>
          </a:xfrm>
          <a:custGeom>
            <a:avLst/>
            <a:gdLst/>
            <a:ahLst/>
            <a:cxnLst/>
            <a:rect r="r" b="b" t="t" l="l"/>
            <a:pathLst>
              <a:path h="1389375" w="802364">
                <a:moveTo>
                  <a:pt x="0" y="0"/>
                </a:moveTo>
                <a:lnTo>
                  <a:pt x="802365" y="0"/>
                </a:lnTo>
                <a:lnTo>
                  <a:pt x="802365" y="1389375"/>
                </a:lnTo>
                <a:lnTo>
                  <a:pt x="0" y="1389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8798" y="7776131"/>
            <a:ext cx="1321640" cy="1873560"/>
          </a:xfrm>
          <a:custGeom>
            <a:avLst/>
            <a:gdLst/>
            <a:ahLst/>
            <a:cxnLst/>
            <a:rect r="r" b="b" t="t" l="l"/>
            <a:pathLst>
              <a:path h="1873560" w="1321640">
                <a:moveTo>
                  <a:pt x="0" y="0"/>
                </a:moveTo>
                <a:lnTo>
                  <a:pt x="1321641" y="0"/>
                </a:lnTo>
                <a:lnTo>
                  <a:pt x="1321641" y="1873560"/>
                </a:lnTo>
                <a:lnTo>
                  <a:pt x="0" y="1873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85475" y="8028278"/>
            <a:ext cx="1613275" cy="1369267"/>
          </a:xfrm>
          <a:custGeom>
            <a:avLst/>
            <a:gdLst/>
            <a:ahLst/>
            <a:cxnLst/>
            <a:rect r="r" b="b" t="t" l="l"/>
            <a:pathLst>
              <a:path h="1369267" w="1613275">
                <a:moveTo>
                  <a:pt x="0" y="0"/>
                </a:moveTo>
                <a:lnTo>
                  <a:pt x="1613275" y="0"/>
                </a:lnTo>
                <a:lnTo>
                  <a:pt x="1613275" y="1369267"/>
                </a:lnTo>
                <a:lnTo>
                  <a:pt x="0" y="1369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25796" y="7895663"/>
            <a:ext cx="610893" cy="1634497"/>
          </a:xfrm>
          <a:custGeom>
            <a:avLst/>
            <a:gdLst/>
            <a:ahLst/>
            <a:cxnLst/>
            <a:rect r="r" b="b" t="t" l="l"/>
            <a:pathLst>
              <a:path h="1634497" w="610893">
                <a:moveTo>
                  <a:pt x="0" y="0"/>
                </a:moveTo>
                <a:lnTo>
                  <a:pt x="610894" y="0"/>
                </a:lnTo>
                <a:lnTo>
                  <a:pt x="610894" y="1634497"/>
                </a:lnTo>
                <a:lnTo>
                  <a:pt x="0" y="1634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90370" y="7909457"/>
            <a:ext cx="641424" cy="1606907"/>
          </a:xfrm>
          <a:custGeom>
            <a:avLst/>
            <a:gdLst/>
            <a:ahLst/>
            <a:cxnLst/>
            <a:rect r="r" b="b" t="t" l="l"/>
            <a:pathLst>
              <a:path h="1606907" w="641424">
                <a:moveTo>
                  <a:pt x="0" y="0"/>
                </a:moveTo>
                <a:lnTo>
                  <a:pt x="641424" y="0"/>
                </a:lnTo>
                <a:lnTo>
                  <a:pt x="641424" y="1606908"/>
                </a:lnTo>
                <a:lnTo>
                  <a:pt x="0" y="16069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51071" y="597898"/>
            <a:ext cx="1098585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039"/>
              </a:lnSpc>
              <a:spcBef>
                <a:spcPct val="0"/>
              </a:spcBef>
            </a:pPr>
            <a:r>
              <a:rPr lang="en-US" b="true" sz="4199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Parallel Circuit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13349" y="1422437"/>
            <a:ext cx="1360420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It has two or more loops where current flows. Each loop is independent of the other.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67561" y="7969740"/>
            <a:ext cx="3502016" cy="1486342"/>
            <a:chOff x="0" y="0"/>
            <a:chExt cx="4669355" cy="198179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669355" cy="1981790"/>
              <a:chOff x="0" y="0"/>
              <a:chExt cx="1240464" cy="52648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40464" cy="526484"/>
              </a:xfrm>
              <a:custGeom>
                <a:avLst/>
                <a:gdLst/>
                <a:ahLst/>
                <a:cxnLst/>
                <a:rect r="r" b="b" t="t" l="l"/>
                <a:pathLst>
                  <a:path h="526484" w="1240464">
                    <a:moveTo>
                      <a:pt x="62211" y="0"/>
                    </a:moveTo>
                    <a:lnTo>
                      <a:pt x="1178253" y="0"/>
                    </a:lnTo>
                    <a:cubicBezTo>
                      <a:pt x="1194752" y="0"/>
                      <a:pt x="1210576" y="6554"/>
                      <a:pt x="1222243" y="18221"/>
                    </a:cubicBezTo>
                    <a:cubicBezTo>
                      <a:pt x="1233910" y="29888"/>
                      <a:pt x="1240464" y="45712"/>
                      <a:pt x="1240464" y="62211"/>
                    </a:cubicBezTo>
                    <a:lnTo>
                      <a:pt x="1240464" y="464272"/>
                    </a:lnTo>
                    <a:cubicBezTo>
                      <a:pt x="1240464" y="480772"/>
                      <a:pt x="1233910" y="496596"/>
                      <a:pt x="1222243" y="508262"/>
                    </a:cubicBezTo>
                    <a:cubicBezTo>
                      <a:pt x="1210576" y="519929"/>
                      <a:pt x="1194752" y="526484"/>
                      <a:pt x="1178253" y="526484"/>
                    </a:cubicBezTo>
                    <a:lnTo>
                      <a:pt x="62211" y="526484"/>
                    </a:lnTo>
                    <a:cubicBezTo>
                      <a:pt x="45712" y="526484"/>
                      <a:pt x="29888" y="519929"/>
                      <a:pt x="18221" y="508262"/>
                    </a:cubicBezTo>
                    <a:cubicBezTo>
                      <a:pt x="6554" y="496596"/>
                      <a:pt x="0" y="480772"/>
                      <a:pt x="0" y="464272"/>
                    </a:cubicBezTo>
                    <a:lnTo>
                      <a:pt x="0" y="62211"/>
                    </a:lnTo>
                    <a:cubicBezTo>
                      <a:pt x="0" y="45712"/>
                      <a:pt x="6554" y="29888"/>
                      <a:pt x="18221" y="18221"/>
                    </a:cubicBezTo>
                    <a:cubicBezTo>
                      <a:pt x="29888" y="6554"/>
                      <a:pt x="45712" y="0"/>
                      <a:pt x="622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240464" cy="536009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12142" y="457495"/>
              <a:ext cx="364507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3A3A66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Press the "/" key and look for the draw tool to create your wires.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52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293842" y="8268046"/>
            <a:ext cx="1606907" cy="889730"/>
          </a:xfrm>
          <a:custGeom>
            <a:avLst/>
            <a:gdLst/>
            <a:ahLst/>
            <a:cxnLst/>
            <a:rect r="r" b="b" t="t" l="l"/>
            <a:pathLst>
              <a:path h="889730" w="1606907">
                <a:moveTo>
                  <a:pt x="0" y="0"/>
                </a:moveTo>
                <a:lnTo>
                  <a:pt x="1606907" y="0"/>
                </a:lnTo>
                <a:lnTo>
                  <a:pt x="1606907" y="889730"/>
                </a:lnTo>
                <a:lnTo>
                  <a:pt x="0" y="889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5356" t="-354636" r="-37669" b="-117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95841" y="7910036"/>
            <a:ext cx="793232" cy="1605749"/>
          </a:xfrm>
          <a:custGeom>
            <a:avLst/>
            <a:gdLst/>
            <a:ahLst/>
            <a:cxnLst/>
            <a:rect r="r" b="b" t="t" l="l"/>
            <a:pathLst>
              <a:path h="1605749" w="793232">
                <a:moveTo>
                  <a:pt x="0" y="0"/>
                </a:moveTo>
                <a:lnTo>
                  <a:pt x="793232" y="0"/>
                </a:lnTo>
                <a:lnTo>
                  <a:pt x="793232" y="1605750"/>
                </a:lnTo>
                <a:lnTo>
                  <a:pt x="0" y="160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376" t="0" r="-201112" b="-1021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42753" y="8018224"/>
            <a:ext cx="802364" cy="1389375"/>
          </a:xfrm>
          <a:custGeom>
            <a:avLst/>
            <a:gdLst/>
            <a:ahLst/>
            <a:cxnLst/>
            <a:rect r="r" b="b" t="t" l="l"/>
            <a:pathLst>
              <a:path h="1389375" w="802364">
                <a:moveTo>
                  <a:pt x="0" y="0"/>
                </a:moveTo>
                <a:lnTo>
                  <a:pt x="802365" y="0"/>
                </a:lnTo>
                <a:lnTo>
                  <a:pt x="802365" y="1389375"/>
                </a:lnTo>
                <a:lnTo>
                  <a:pt x="0" y="1389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8798" y="7776131"/>
            <a:ext cx="1321640" cy="1873560"/>
          </a:xfrm>
          <a:custGeom>
            <a:avLst/>
            <a:gdLst/>
            <a:ahLst/>
            <a:cxnLst/>
            <a:rect r="r" b="b" t="t" l="l"/>
            <a:pathLst>
              <a:path h="1873560" w="1321640">
                <a:moveTo>
                  <a:pt x="0" y="0"/>
                </a:moveTo>
                <a:lnTo>
                  <a:pt x="1321641" y="0"/>
                </a:lnTo>
                <a:lnTo>
                  <a:pt x="1321641" y="1873560"/>
                </a:lnTo>
                <a:lnTo>
                  <a:pt x="0" y="1873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85475" y="8028278"/>
            <a:ext cx="1613275" cy="1369267"/>
          </a:xfrm>
          <a:custGeom>
            <a:avLst/>
            <a:gdLst/>
            <a:ahLst/>
            <a:cxnLst/>
            <a:rect r="r" b="b" t="t" l="l"/>
            <a:pathLst>
              <a:path h="1369267" w="1613275">
                <a:moveTo>
                  <a:pt x="0" y="0"/>
                </a:moveTo>
                <a:lnTo>
                  <a:pt x="1613275" y="0"/>
                </a:lnTo>
                <a:lnTo>
                  <a:pt x="1613275" y="1369267"/>
                </a:lnTo>
                <a:lnTo>
                  <a:pt x="0" y="1369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25796" y="7895663"/>
            <a:ext cx="610893" cy="1634497"/>
          </a:xfrm>
          <a:custGeom>
            <a:avLst/>
            <a:gdLst/>
            <a:ahLst/>
            <a:cxnLst/>
            <a:rect r="r" b="b" t="t" l="l"/>
            <a:pathLst>
              <a:path h="1634497" w="610893">
                <a:moveTo>
                  <a:pt x="0" y="0"/>
                </a:moveTo>
                <a:lnTo>
                  <a:pt x="610894" y="0"/>
                </a:lnTo>
                <a:lnTo>
                  <a:pt x="610894" y="1634497"/>
                </a:lnTo>
                <a:lnTo>
                  <a:pt x="0" y="1634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90370" y="7909457"/>
            <a:ext cx="641424" cy="1606907"/>
          </a:xfrm>
          <a:custGeom>
            <a:avLst/>
            <a:gdLst/>
            <a:ahLst/>
            <a:cxnLst/>
            <a:rect r="r" b="b" t="t" l="l"/>
            <a:pathLst>
              <a:path h="1606907" w="641424">
                <a:moveTo>
                  <a:pt x="0" y="0"/>
                </a:moveTo>
                <a:lnTo>
                  <a:pt x="641424" y="0"/>
                </a:lnTo>
                <a:lnTo>
                  <a:pt x="641424" y="1606908"/>
                </a:lnTo>
                <a:lnTo>
                  <a:pt x="0" y="16069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51071" y="597898"/>
            <a:ext cx="1098585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039"/>
              </a:lnSpc>
              <a:spcBef>
                <a:spcPct val="0"/>
              </a:spcBef>
            </a:pPr>
            <a:r>
              <a:rPr lang="en-US" b="true" sz="4199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Short Circuit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13349" y="1422437"/>
            <a:ext cx="1326130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Current travels through a shorter and unintended pathway with low resistance.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67561" y="7969740"/>
            <a:ext cx="3502016" cy="1486342"/>
            <a:chOff x="0" y="0"/>
            <a:chExt cx="4669355" cy="198179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669355" cy="1981790"/>
              <a:chOff x="0" y="0"/>
              <a:chExt cx="1240464" cy="52648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40464" cy="526484"/>
              </a:xfrm>
              <a:custGeom>
                <a:avLst/>
                <a:gdLst/>
                <a:ahLst/>
                <a:cxnLst/>
                <a:rect r="r" b="b" t="t" l="l"/>
                <a:pathLst>
                  <a:path h="526484" w="1240464">
                    <a:moveTo>
                      <a:pt x="62211" y="0"/>
                    </a:moveTo>
                    <a:lnTo>
                      <a:pt x="1178253" y="0"/>
                    </a:lnTo>
                    <a:cubicBezTo>
                      <a:pt x="1194752" y="0"/>
                      <a:pt x="1210576" y="6554"/>
                      <a:pt x="1222243" y="18221"/>
                    </a:cubicBezTo>
                    <a:cubicBezTo>
                      <a:pt x="1233910" y="29888"/>
                      <a:pt x="1240464" y="45712"/>
                      <a:pt x="1240464" y="62211"/>
                    </a:cubicBezTo>
                    <a:lnTo>
                      <a:pt x="1240464" y="464272"/>
                    </a:lnTo>
                    <a:cubicBezTo>
                      <a:pt x="1240464" y="480772"/>
                      <a:pt x="1233910" y="496596"/>
                      <a:pt x="1222243" y="508262"/>
                    </a:cubicBezTo>
                    <a:cubicBezTo>
                      <a:pt x="1210576" y="519929"/>
                      <a:pt x="1194752" y="526484"/>
                      <a:pt x="1178253" y="526484"/>
                    </a:cubicBezTo>
                    <a:lnTo>
                      <a:pt x="62211" y="526484"/>
                    </a:lnTo>
                    <a:cubicBezTo>
                      <a:pt x="45712" y="526484"/>
                      <a:pt x="29888" y="519929"/>
                      <a:pt x="18221" y="508262"/>
                    </a:cubicBezTo>
                    <a:cubicBezTo>
                      <a:pt x="6554" y="496596"/>
                      <a:pt x="0" y="480772"/>
                      <a:pt x="0" y="464272"/>
                    </a:cubicBezTo>
                    <a:lnTo>
                      <a:pt x="0" y="62211"/>
                    </a:lnTo>
                    <a:cubicBezTo>
                      <a:pt x="0" y="45712"/>
                      <a:pt x="6554" y="29888"/>
                      <a:pt x="18221" y="18221"/>
                    </a:cubicBezTo>
                    <a:cubicBezTo>
                      <a:pt x="29888" y="6554"/>
                      <a:pt x="45712" y="0"/>
                      <a:pt x="622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240464" cy="536009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12142" y="457495"/>
              <a:ext cx="364507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3A3A66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Press the "/" key and look for the draw tool to create your wires.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60645" y="1749762"/>
            <a:ext cx="4009041" cy="3704638"/>
            <a:chOff x="0" y="0"/>
            <a:chExt cx="1432511" cy="1323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2511" cy="1323742"/>
            </a:xfrm>
            <a:custGeom>
              <a:avLst/>
              <a:gdLst/>
              <a:ahLst/>
              <a:cxnLst/>
              <a:rect r="r" b="b" t="t" l="l"/>
              <a:pathLst>
                <a:path h="1323742" w="1432511">
                  <a:moveTo>
                    <a:pt x="38622" y="0"/>
                  </a:moveTo>
                  <a:lnTo>
                    <a:pt x="1393889" y="0"/>
                  </a:lnTo>
                  <a:cubicBezTo>
                    <a:pt x="1404132" y="0"/>
                    <a:pt x="1413956" y="4069"/>
                    <a:pt x="1421199" y="11312"/>
                  </a:cubicBezTo>
                  <a:cubicBezTo>
                    <a:pt x="1428442" y="18555"/>
                    <a:pt x="1432511" y="28379"/>
                    <a:pt x="1432511" y="38622"/>
                  </a:cubicBezTo>
                  <a:lnTo>
                    <a:pt x="1432511" y="1285120"/>
                  </a:lnTo>
                  <a:cubicBezTo>
                    <a:pt x="1432511" y="1295363"/>
                    <a:pt x="1428442" y="1305187"/>
                    <a:pt x="1421199" y="1312430"/>
                  </a:cubicBezTo>
                  <a:cubicBezTo>
                    <a:pt x="1413956" y="1319673"/>
                    <a:pt x="1404132" y="1323742"/>
                    <a:pt x="1393889" y="1323742"/>
                  </a:cubicBezTo>
                  <a:lnTo>
                    <a:pt x="38622" y="1323742"/>
                  </a:lnTo>
                  <a:cubicBezTo>
                    <a:pt x="28379" y="1323742"/>
                    <a:pt x="18555" y="1319673"/>
                    <a:pt x="11312" y="1312430"/>
                  </a:cubicBezTo>
                  <a:cubicBezTo>
                    <a:pt x="4069" y="1305187"/>
                    <a:pt x="0" y="1295363"/>
                    <a:pt x="0" y="1285120"/>
                  </a:cubicBezTo>
                  <a:lnTo>
                    <a:pt x="0" y="38622"/>
                  </a:lnTo>
                  <a:cubicBezTo>
                    <a:pt x="0" y="28379"/>
                    <a:pt x="4069" y="18555"/>
                    <a:pt x="11312" y="11312"/>
                  </a:cubicBezTo>
                  <a:cubicBezTo>
                    <a:pt x="18555" y="4069"/>
                    <a:pt x="28379" y="0"/>
                    <a:pt x="38622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32511" cy="1342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39479" y="1749762"/>
            <a:ext cx="4009041" cy="3704638"/>
            <a:chOff x="0" y="0"/>
            <a:chExt cx="1432511" cy="13237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2511" cy="1323742"/>
            </a:xfrm>
            <a:custGeom>
              <a:avLst/>
              <a:gdLst/>
              <a:ahLst/>
              <a:cxnLst/>
              <a:rect r="r" b="b" t="t" l="l"/>
              <a:pathLst>
                <a:path h="1323742" w="1432511">
                  <a:moveTo>
                    <a:pt x="38622" y="0"/>
                  </a:moveTo>
                  <a:lnTo>
                    <a:pt x="1393889" y="0"/>
                  </a:lnTo>
                  <a:cubicBezTo>
                    <a:pt x="1404132" y="0"/>
                    <a:pt x="1413956" y="4069"/>
                    <a:pt x="1421199" y="11312"/>
                  </a:cubicBezTo>
                  <a:cubicBezTo>
                    <a:pt x="1428442" y="18555"/>
                    <a:pt x="1432511" y="28379"/>
                    <a:pt x="1432511" y="38622"/>
                  </a:cubicBezTo>
                  <a:lnTo>
                    <a:pt x="1432511" y="1285120"/>
                  </a:lnTo>
                  <a:cubicBezTo>
                    <a:pt x="1432511" y="1295363"/>
                    <a:pt x="1428442" y="1305187"/>
                    <a:pt x="1421199" y="1312430"/>
                  </a:cubicBezTo>
                  <a:cubicBezTo>
                    <a:pt x="1413956" y="1319673"/>
                    <a:pt x="1404132" y="1323742"/>
                    <a:pt x="1393889" y="1323742"/>
                  </a:cubicBezTo>
                  <a:lnTo>
                    <a:pt x="38622" y="1323742"/>
                  </a:lnTo>
                  <a:cubicBezTo>
                    <a:pt x="28379" y="1323742"/>
                    <a:pt x="18555" y="1319673"/>
                    <a:pt x="11312" y="1312430"/>
                  </a:cubicBezTo>
                  <a:cubicBezTo>
                    <a:pt x="4069" y="1305187"/>
                    <a:pt x="0" y="1295363"/>
                    <a:pt x="0" y="1285120"/>
                  </a:cubicBezTo>
                  <a:lnTo>
                    <a:pt x="0" y="38622"/>
                  </a:lnTo>
                  <a:cubicBezTo>
                    <a:pt x="0" y="28379"/>
                    <a:pt x="4069" y="18555"/>
                    <a:pt x="11312" y="11312"/>
                  </a:cubicBezTo>
                  <a:cubicBezTo>
                    <a:pt x="18555" y="4069"/>
                    <a:pt x="28379" y="0"/>
                    <a:pt x="38622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432511" cy="1342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50062" y="5794690"/>
            <a:ext cx="4009041" cy="3704638"/>
            <a:chOff x="0" y="0"/>
            <a:chExt cx="1432511" cy="13237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2511" cy="1323742"/>
            </a:xfrm>
            <a:custGeom>
              <a:avLst/>
              <a:gdLst/>
              <a:ahLst/>
              <a:cxnLst/>
              <a:rect r="r" b="b" t="t" l="l"/>
              <a:pathLst>
                <a:path h="1323742" w="1432511">
                  <a:moveTo>
                    <a:pt x="38622" y="0"/>
                  </a:moveTo>
                  <a:lnTo>
                    <a:pt x="1393889" y="0"/>
                  </a:lnTo>
                  <a:cubicBezTo>
                    <a:pt x="1404132" y="0"/>
                    <a:pt x="1413956" y="4069"/>
                    <a:pt x="1421199" y="11312"/>
                  </a:cubicBezTo>
                  <a:cubicBezTo>
                    <a:pt x="1428442" y="18555"/>
                    <a:pt x="1432511" y="28379"/>
                    <a:pt x="1432511" y="38622"/>
                  </a:cubicBezTo>
                  <a:lnTo>
                    <a:pt x="1432511" y="1285120"/>
                  </a:lnTo>
                  <a:cubicBezTo>
                    <a:pt x="1432511" y="1295363"/>
                    <a:pt x="1428442" y="1305187"/>
                    <a:pt x="1421199" y="1312430"/>
                  </a:cubicBezTo>
                  <a:cubicBezTo>
                    <a:pt x="1413956" y="1319673"/>
                    <a:pt x="1404132" y="1323742"/>
                    <a:pt x="1393889" y="1323742"/>
                  </a:cubicBezTo>
                  <a:lnTo>
                    <a:pt x="38622" y="1323742"/>
                  </a:lnTo>
                  <a:cubicBezTo>
                    <a:pt x="28379" y="1323742"/>
                    <a:pt x="18555" y="1319673"/>
                    <a:pt x="11312" y="1312430"/>
                  </a:cubicBezTo>
                  <a:cubicBezTo>
                    <a:pt x="4069" y="1305187"/>
                    <a:pt x="0" y="1295363"/>
                    <a:pt x="0" y="1285120"/>
                  </a:cubicBezTo>
                  <a:lnTo>
                    <a:pt x="0" y="38622"/>
                  </a:lnTo>
                  <a:cubicBezTo>
                    <a:pt x="0" y="28379"/>
                    <a:pt x="4069" y="18555"/>
                    <a:pt x="11312" y="11312"/>
                  </a:cubicBezTo>
                  <a:cubicBezTo>
                    <a:pt x="18555" y="4069"/>
                    <a:pt x="28379" y="0"/>
                    <a:pt x="38622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432511" cy="1342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96826" y="2079500"/>
            <a:ext cx="3136678" cy="2172945"/>
            <a:chOff x="0" y="0"/>
            <a:chExt cx="4182237" cy="289726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650536" y="1979646"/>
              <a:ext cx="1112412" cy="241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1440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Switch off</a:t>
              </a: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2117174" y="2702982"/>
              <a:ext cx="2065063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469624" y="2728382"/>
              <a:ext cx="2065063" cy="0"/>
            </a:xfrm>
            <a:prstGeom prst="line">
              <a:avLst/>
            </a:prstGeom>
            <a:ln cap="flat" w="50800">
              <a:solidFill>
                <a:srgbClr val="F852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2777554" y="871233"/>
              <a:ext cx="1379283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469624" y="896633"/>
              <a:ext cx="2082838" cy="0"/>
            </a:xfrm>
            <a:prstGeom prst="line">
              <a:avLst/>
            </a:prstGeom>
            <a:ln cap="flat" w="50800">
              <a:solidFill>
                <a:srgbClr val="F852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4156837" y="845833"/>
              <a:ext cx="0" cy="1882549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480430" y="871233"/>
              <a:ext cx="0" cy="774136"/>
            </a:xfrm>
            <a:prstGeom prst="line">
              <a:avLst/>
            </a:prstGeom>
            <a:ln cap="flat" w="50800">
              <a:solidFill>
                <a:srgbClr val="F8525D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480430" y="1979646"/>
              <a:ext cx="0" cy="774136"/>
            </a:xfrm>
            <a:prstGeom prst="line">
              <a:avLst/>
            </a:prstGeom>
            <a:ln cap="flat" w="50800">
              <a:solidFill>
                <a:srgbClr val="F852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17137" y="1664117"/>
              <a:ext cx="471555" cy="431055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oval" len="lg" w="lg"/>
              <a:tailEnd type="oval" len="lg" w="lg"/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-5400000">
              <a:off x="2485262" y="2089817"/>
              <a:ext cx="439354" cy="1175530"/>
            </a:xfrm>
            <a:custGeom>
              <a:avLst/>
              <a:gdLst/>
              <a:ahLst/>
              <a:cxnLst/>
              <a:rect r="r" b="b" t="t" l="l"/>
              <a:pathLst>
                <a:path h="1175530" w="439354">
                  <a:moveTo>
                    <a:pt x="0" y="0"/>
                  </a:moveTo>
                  <a:lnTo>
                    <a:pt x="439354" y="0"/>
                  </a:lnTo>
                  <a:lnTo>
                    <a:pt x="439354" y="1175530"/>
                  </a:lnTo>
                  <a:lnTo>
                    <a:pt x="0" y="1175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396614" y="0"/>
              <a:ext cx="616650" cy="1248292"/>
            </a:xfrm>
            <a:custGeom>
              <a:avLst/>
              <a:gdLst/>
              <a:ahLst/>
              <a:cxnLst/>
              <a:rect r="r" b="b" t="t" l="l"/>
              <a:pathLst>
                <a:path h="1248292" w="616650">
                  <a:moveTo>
                    <a:pt x="0" y="0"/>
                  </a:moveTo>
                  <a:lnTo>
                    <a:pt x="616650" y="0"/>
                  </a:lnTo>
                  <a:lnTo>
                    <a:pt x="616650" y="1248292"/>
                  </a:lnTo>
                  <a:lnTo>
                    <a:pt x="0" y="1248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376" t="0" r="-201112" b="-10212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518314" y="1749762"/>
            <a:ext cx="4009041" cy="3704638"/>
            <a:chOff x="0" y="0"/>
            <a:chExt cx="1432511" cy="13237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32511" cy="1323742"/>
            </a:xfrm>
            <a:custGeom>
              <a:avLst/>
              <a:gdLst/>
              <a:ahLst/>
              <a:cxnLst/>
              <a:rect r="r" b="b" t="t" l="l"/>
              <a:pathLst>
                <a:path h="1323742" w="1432511">
                  <a:moveTo>
                    <a:pt x="38622" y="0"/>
                  </a:moveTo>
                  <a:lnTo>
                    <a:pt x="1393889" y="0"/>
                  </a:lnTo>
                  <a:cubicBezTo>
                    <a:pt x="1404132" y="0"/>
                    <a:pt x="1413956" y="4069"/>
                    <a:pt x="1421199" y="11312"/>
                  </a:cubicBezTo>
                  <a:cubicBezTo>
                    <a:pt x="1428442" y="18555"/>
                    <a:pt x="1432511" y="28379"/>
                    <a:pt x="1432511" y="38622"/>
                  </a:cubicBezTo>
                  <a:lnTo>
                    <a:pt x="1432511" y="1285120"/>
                  </a:lnTo>
                  <a:cubicBezTo>
                    <a:pt x="1432511" y="1295363"/>
                    <a:pt x="1428442" y="1305187"/>
                    <a:pt x="1421199" y="1312430"/>
                  </a:cubicBezTo>
                  <a:cubicBezTo>
                    <a:pt x="1413956" y="1319673"/>
                    <a:pt x="1404132" y="1323742"/>
                    <a:pt x="1393889" y="1323742"/>
                  </a:cubicBezTo>
                  <a:lnTo>
                    <a:pt x="38622" y="1323742"/>
                  </a:lnTo>
                  <a:cubicBezTo>
                    <a:pt x="28379" y="1323742"/>
                    <a:pt x="18555" y="1319673"/>
                    <a:pt x="11312" y="1312430"/>
                  </a:cubicBezTo>
                  <a:cubicBezTo>
                    <a:pt x="4069" y="1305187"/>
                    <a:pt x="0" y="1295363"/>
                    <a:pt x="0" y="1285120"/>
                  </a:cubicBezTo>
                  <a:lnTo>
                    <a:pt x="0" y="38622"/>
                  </a:lnTo>
                  <a:cubicBezTo>
                    <a:pt x="0" y="28379"/>
                    <a:pt x="4069" y="18555"/>
                    <a:pt x="11312" y="11312"/>
                  </a:cubicBezTo>
                  <a:cubicBezTo>
                    <a:pt x="18555" y="4069"/>
                    <a:pt x="28379" y="0"/>
                    <a:pt x="38622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432511" cy="1342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28897" y="5794690"/>
            <a:ext cx="4009041" cy="3704638"/>
            <a:chOff x="0" y="0"/>
            <a:chExt cx="1432511" cy="132374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32511" cy="1323742"/>
            </a:xfrm>
            <a:custGeom>
              <a:avLst/>
              <a:gdLst/>
              <a:ahLst/>
              <a:cxnLst/>
              <a:rect r="r" b="b" t="t" l="l"/>
              <a:pathLst>
                <a:path h="1323742" w="1432511">
                  <a:moveTo>
                    <a:pt x="38622" y="0"/>
                  </a:moveTo>
                  <a:lnTo>
                    <a:pt x="1393889" y="0"/>
                  </a:lnTo>
                  <a:cubicBezTo>
                    <a:pt x="1404132" y="0"/>
                    <a:pt x="1413956" y="4069"/>
                    <a:pt x="1421199" y="11312"/>
                  </a:cubicBezTo>
                  <a:cubicBezTo>
                    <a:pt x="1428442" y="18555"/>
                    <a:pt x="1432511" y="28379"/>
                    <a:pt x="1432511" y="38622"/>
                  </a:cubicBezTo>
                  <a:lnTo>
                    <a:pt x="1432511" y="1285120"/>
                  </a:lnTo>
                  <a:cubicBezTo>
                    <a:pt x="1432511" y="1295363"/>
                    <a:pt x="1428442" y="1305187"/>
                    <a:pt x="1421199" y="1312430"/>
                  </a:cubicBezTo>
                  <a:cubicBezTo>
                    <a:pt x="1413956" y="1319673"/>
                    <a:pt x="1404132" y="1323742"/>
                    <a:pt x="1393889" y="1323742"/>
                  </a:cubicBezTo>
                  <a:lnTo>
                    <a:pt x="38622" y="1323742"/>
                  </a:lnTo>
                  <a:cubicBezTo>
                    <a:pt x="28379" y="1323742"/>
                    <a:pt x="18555" y="1319673"/>
                    <a:pt x="11312" y="1312430"/>
                  </a:cubicBezTo>
                  <a:cubicBezTo>
                    <a:pt x="4069" y="1305187"/>
                    <a:pt x="0" y="1295363"/>
                    <a:pt x="0" y="1285120"/>
                  </a:cubicBezTo>
                  <a:lnTo>
                    <a:pt x="0" y="38622"/>
                  </a:lnTo>
                  <a:cubicBezTo>
                    <a:pt x="0" y="28379"/>
                    <a:pt x="4069" y="18555"/>
                    <a:pt x="11312" y="11312"/>
                  </a:cubicBezTo>
                  <a:cubicBezTo>
                    <a:pt x="18555" y="4069"/>
                    <a:pt x="28379" y="0"/>
                    <a:pt x="38622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432511" cy="1342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746297" y="1937404"/>
            <a:ext cx="2795405" cy="2315041"/>
            <a:chOff x="0" y="0"/>
            <a:chExt cx="3727207" cy="3086721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195506" y="2169108"/>
              <a:ext cx="1112412" cy="241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1440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Switch on</a:t>
              </a:r>
            </a:p>
          </p:txBody>
        </p:sp>
        <p:sp>
          <p:nvSpPr>
            <p:cNvPr name="AutoShape 31" id="31"/>
            <p:cNvSpPr/>
            <p:nvPr/>
          </p:nvSpPr>
          <p:spPr>
            <a:xfrm>
              <a:off x="1662144" y="2892444"/>
              <a:ext cx="2065063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14594" y="2917844"/>
              <a:ext cx="2065063" cy="0"/>
            </a:xfrm>
            <a:prstGeom prst="line">
              <a:avLst/>
            </a:prstGeom>
            <a:ln cap="flat" w="50800">
              <a:solidFill>
                <a:srgbClr val="F852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3" id="33"/>
            <p:cNvSpPr/>
            <p:nvPr/>
          </p:nvSpPr>
          <p:spPr>
            <a:xfrm>
              <a:off x="2322524" y="1060695"/>
              <a:ext cx="1379283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4" id="34"/>
            <p:cNvSpPr/>
            <p:nvPr/>
          </p:nvSpPr>
          <p:spPr>
            <a:xfrm>
              <a:off x="14594" y="1086095"/>
              <a:ext cx="2082838" cy="0"/>
            </a:xfrm>
            <a:prstGeom prst="line">
              <a:avLst/>
            </a:prstGeom>
            <a:ln cap="flat" w="50800">
              <a:solidFill>
                <a:srgbClr val="F852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>
              <a:off x="3701807" y="1035295"/>
              <a:ext cx="0" cy="1882549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>
              <a:off x="25400" y="1060695"/>
              <a:ext cx="0" cy="774136"/>
            </a:xfrm>
            <a:prstGeom prst="line">
              <a:avLst/>
            </a:prstGeom>
            <a:ln cap="flat" w="50800">
              <a:solidFill>
                <a:srgbClr val="F852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7" id="37"/>
            <p:cNvSpPr/>
            <p:nvPr/>
          </p:nvSpPr>
          <p:spPr>
            <a:xfrm>
              <a:off x="25400" y="2169108"/>
              <a:ext cx="0" cy="774136"/>
            </a:xfrm>
            <a:prstGeom prst="line">
              <a:avLst/>
            </a:prstGeom>
            <a:ln cap="flat" w="50800">
              <a:solidFill>
                <a:srgbClr val="F852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25400" y="1638091"/>
              <a:ext cx="8263" cy="646542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oval" len="lg" w="lg"/>
              <a:tailEnd type="oval" len="lg" w="lg"/>
            </a:ln>
          </p:spPr>
        </p:sp>
        <p:sp>
          <p:nvSpPr>
            <p:cNvPr name="Freeform 39" id="39"/>
            <p:cNvSpPr/>
            <p:nvPr/>
          </p:nvSpPr>
          <p:spPr>
            <a:xfrm flipH="false" flipV="false" rot="-5400000">
              <a:off x="2030232" y="2279279"/>
              <a:ext cx="439354" cy="1175530"/>
            </a:xfrm>
            <a:custGeom>
              <a:avLst/>
              <a:gdLst/>
              <a:ahLst/>
              <a:cxnLst/>
              <a:rect r="r" b="b" t="t" l="l"/>
              <a:pathLst>
                <a:path h="1175530" w="439354">
                  <a:moveTo>
                    <a:pt x="0" y="0"/>
                  </a:moveTo>
                  <a:lnTo>
                    <a:pt x="439354" y="0"/>
                  </a:lnTo>
                  <a:lnTo>
                    <a:pt x="439354" y="1175530"/>
                  </a:lnTo>
                  <a:lnTo>
                    <a:pt x="0" y="1175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1662144" y="0"/>
              <a:ext cx="1021276" cy="1447763"/>
            </a:xfrm>
            <a:custGeom>
              <a:avLst/>
              <a:gdLst/>
              <a:ahLst/>
              <a:cxnLst/>
              <a:rect r="r" b="b" t="t" l="l"/>
              <a:pathLst>
                <a:path h="1447763" w="1021276">
                  <a:moveTo>
                    <a:pt x="0" y="0"/>
                  </a:moveTo>
                  <a:lnTo>
                    <a:pt x="1021276" y="0"/>
                  </a:lnTo>
                  <a:lnTo>
                    <a:pt x="1021276" y="1447763"/>
                  </a:lnTo>
                  <a:lnTo>
                    <a:pt x="0" y="1447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41" id="41"/>
          <p:cNvSpPr/>
          <p:nvPr/>
        </p:nvSpPr>
        <p:spPr>
          <a:xfrm>
            <a:off x="11182323" y="8151664"/>
            <a:ext cx="154879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9946660" y="8170714"/>
            <a:ext cx="1548797" cy="0"/>
          </a:xfrm>
          <a:prstGeom prst="line">
            <a:avLst/>
          </a:prstGeom>
          <a:ln cap="flat" w="38100">
            <a:solidFill>
              <a:srgbClr val="F852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11677607" y="6777852"/>
            <a:ext cx="103446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9946660" y="6796902"/>
            <a:ext cx="1562129" cy="0"/>
          </a:xfrm>
          <a:prstGeom prst="line">
            <a:avLst/>
          </a:prstGeom>
          <a:ln cap="flat" w="38100">
            <a:solidFill>
              <a:srgbClr val="F852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V="true">
            <a:off x="9939995" y="7110261"/>
            <a:ext cx="2764240" cy="19050"/>
          </a:xfrm>
          <a:prstGeom prst="line">
            <a:avLst/>
          </a:prstGeom>
          <a:ln cap="flat" w="38100">
            <a:solidFill>
              <a:srgbClr val="F8BD0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>
            <a:off x="12712070" y="6758802"/>
            <a:ext cx="0" cy="141191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>
            <a:off x="9954765" y="6777852"/>
            <a:ext cx="0" cy="580602"/>
          </a:xfrm>
          <a:prstGeom prst="line">
            <a:avLst/>
          </a:prstGeom>
          <a:ln cap="flat" w="38100">
            <a:solidFill>
              <a:srgbClr val="F852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9954765" y="7609162"/>
            <a:ext cx="0" cy="580602"/>
          </a:xfrm>
          <a:prstGeom prst="line">
            <a:avLst/>
          </a:prstGeom>
          <a:ln cap="flat" w="38100">
            <a:solidFill>
              <a:srgbClr val="F852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9954765" y="7210900"/>
            <a:ext cx="6197" cy="48490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50" id="50"/>
          <p:cNvSpPr/>
          <p:nvPr/>
        </p:nvSpPr>
        <p:spPr>
          <a:xfrm flipH="false" flipV="false" rot="-5400000">
            <a:off x="11458389" y="7691790"/>
            <a:ext cx="329516" cy="881648"/>
          </a:xfrm>
          <a:custGeom>
            <a:avLst/>
            <a:gdLst/>
            <a:ahLst/>
            <a:cxnLst/>
            <a:rect r="r" b="b" t="t" l="l"/>
            <a:pathLst>
              <a:path h="881648" w="329516">
                <a:moveTo>
                  <a:pt x="0" y="0"/>
                </a:moveTo>
                <a:lnTo>
                  <a:pt x="329515" y="0"/>
                </a:lnTo>
                <a:lnTo>
                  <a:pt x="329515" y="881648"/>
                </a:lnTo>
                <a:lnTo>
                  <a:pt x="0" y="881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1910906" y="1937404"/>
            <a:ext cx="3009631" cy="2585114"/>
            <a:chOff x="0" y="0"/>
            <a:chExt cx="4012841" cy="3446818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285634" y="1034348"/>
              <a:ext cx="3727207" cy="1185221"/>
              <a:chOff x="0" y="0"/>
              <a:chExt cx="998855" cy="317628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998855" cy="317628"/>
              </a:xfrm>
              <a:custGeom>
                <a:avLst/>
                <a:gdLst/>
                <a:ahLst/>
                <a:cxnLst/>
                <a:rect r="r" b="b" t="t" l="l"/>
                <a:pathLst>
                  <a:path h="317628" w="998855">
                    <a:moveTo>
                      <a:pt x="0" y="0"/>
                    </a:moveTo>
                    <a:lnTo>
                      <a:pt x="998855" y="0"/>
                    </a:lnTo>
                    <a:lnTo>
                      <a:pt x="998855" y="317628"/>
                    </a:lnTo>
                    <a:lnTo>
                      <a:pt x="0" y="317628"/>
                    </a:lnTo>
                    <a:close/>
                  </a:path>
                </a:pathLst>
              </a:custGeom>
              <a:ln w="38100" cap="sq">
                <a:solidFill>
                  <a:srgbClr val="F8525D"/>
                </a:solidFill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998855" cy="3366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6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55" id="55"/>
            <p:cNvSpPr/>
            <p:nvPr/>
          </p:nvSpPr>
          <p:spPr>
            <a:xfrm flipH="false" flipV="false" rot="0">
              <a:off x="937320" y="0"/>
              <a:ext cx="1021276" cy="1447763"/>
            </a:xfrm>
            <a:custGeom>
              <a:avLst/>
              <a:gdLst/>
              <a:ahLst/>
              <a:cxnLst/>
              <a:rect r="r" b="b" t="t" l="l"/>
              <a:pathLst>
                <a:path h="1447763" w="1021276">
                  <a:moveTo>
                    <a:pt x="0" y="0"/>
                  </a:moveTo>
                  <a:lnTo>
                    <a:pt x="1021276" y="0"/>
                  </a:lnTo>
                  <a:lnTo>
                    <a:pt x="1021276" y="1447763"/>
                  </a:lnTo>
                  <a:lnTo>
                    <a:pt x="0" y="1447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339879" y="0"/>
              <a:ext cx="1021276" cy="1447763"/>
            </a:xfrm>
            <a:custGeom>
              <a:avLst/>
              <a:gdLst/>
              <a:ahLst/>
              <a:cxnLst/>
              <a:rect r="r" b="b" t="t" l="l"/>
              <a:pathLst>
                <a:path h="1447763" w="1021276">
                  <a:moveTo>
                    <a:pt x="0" y="0"/>
                  </a:moveTo>
                  <a:lnTo>
                    <a:pt x="1021276" y="0"/>
                  </a:lnTo>
                  <a:lnTo>
                    <a:pt x="1021276" y="1447763"/>
                  </a:lnTo>
                  <a:lnTo>
                    <a:pt x="0" y="1447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57" id="57"/>
            <p:cNvGrpSpPr/>
            <p:nvPr/>
          </p:nvGrpSpPr>
          <p:grpSpPr>
            <a:xfrm rot="0">
              <a:off x="0" y="1233121"/>
              <a:ext cx="505037" cy="809941"/>
              <a:chOff x="0" y="0"/>
              <a:chExt cx="167005" cy="26783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167005" cy="267830"/>
              </a:xfrm>
              <a:custGeom>
                <a:avLst/>
                <a:gdLst/>
                <a:ahLst/>
                <a:cxnLst/>
                <a:rect r="r" b="b" t="t" l="l"/>
                <a:pathLst>
                  <a:path h="267830" w="167005">
                    <a:moveTo>
                      <a:pt x="83502" y="0"/>
                    </a:moveTo>
                    <a:lnTo>
                      <a:pt x="83502" y="0"/>
                    </a:lnTo>
                    <a:cubicBezTo>
                      <a:pt x="105649" y="0"/>
                      <a:pt x="126888" y="8798"/>
                      <a:pt x="142548" y="24457"/>
                    </a:cubicBezTo>
                    <a:cubicBezTo>
                      <a:pt x="158207" y="40117"/>
                      <a:pt x="167005" y="61356"/>
                      <a:pt x="167005" y="83502"/>
                    </a:cubicBezTo>
                    <a:lnTo>
                      <a:pt x="167005" y="184328"/>
                    </a:lnTo>
                    <a:cubicBezTo>
                      <a:pt x="167005" y="206474"/>
                      <a:pt x="158207" y="227713"/>
                      <a:pt x="142548" y="243373"/>
                    </a:cubicBezTo>
                    <a:cubicBezTo>
                      <a:pt x="126888" y="259033"/>
                      <a:pt x="105649" y="267830"/>
                      <a:pt x="83502" y="267830"/>
                    </a:cubicBezTo>
                    <a:lnTo>
                      <a:pt x="83502" y="267830"/>
                    </a:lnTo>
                    <a:cubicBezTo>
                      <a:pt x="61356" y="267830"/>
                      <a:pt x="40117" y="259033"/>
                      <a:pt x="24457" y="243373"/>
                    </a:cubicBezTo>
                    <a:cubicBezTo>
                      <a:pt x="8798" y="227713"/>
                      <a:pt x="0" y="206474"/>
                      <a:pt x="0" y="184328"/>
                    </a:cubicBezTo>
                    <a:lnTo>
                      <a:pt x="0" y="83502"/>
                    </a:lnTo>
                    <a:cubicBezTo>
                      <a:pt x="0" y="61356"/>
                      <a:pt x="8798" y="40117"/>
                      <a:pt x="24457" y="24457"/>
                    </a:cubicBezTo>
                    <a:cubicBezTo>
                      <a:pt x="40117" y="8798"/>
                      <a:pt x="61356" y="0"/>
                      <a:pt x="83502" y="0"/>
                    </a:cubicBezTo>
                    <a:close/>
                  </a:path>
                </a:pathLst>
              </a:custGeom>
              <a:solidFill>
                <a:srgbClr val="F8525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19050"/>
                <a:ext cx="167005" cy="286880"/>
              </a:xfrm>
              <a:prstGeom prst="rect">
                <a:avLst/>
              </a:prstGeom>
            </p:spPr>
            <p:txBody>
              <a:bodyPr anchor="ctr" rtlCol="false" tIns="41170" lIns="41170" bIns="41170" rIns="41170"/>
              <a:lstStyle/>
              <a:p>
                <a:pPr algn="ctr" marL="0" indent="0" lvl="0">
                  <a:lnSpc>
                    <a:spcPts val="168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66231" y="1233121"/>
              <a:ext cx="505037" cy="809941"/>
              <a:chOff x="0" y="0"/>
              <a:chExt cx="167005" cy="26783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167005" cy="267830"/>
              </a:xfrm>
              <a:custGeom>
                <a:avLst/>
                <a:gdLst/>
                <a:ahLst/>
                <a:cxnLst/>
                <a:rect r="r" b="b" t="t" l="l"/>
                <a:pathLst>
                  <a:path h="267830" w="167005">
                    <a:moveTo>
                      <a:pt x="83502" y="0"/>
                    </a:moveTo>
                    <a:lnTo>
                      <a:pt x="83502" y="0"/>
                    </a:lnTo>
                    <a:cubicBezTo>
                      <a:pt x="105649" y="0"/>
                      <a:pt x="126888" y="8798"/>
                      <a:pt x="142548" y="24457"/>
                    </a:cubicBezTo>
                    <a:cubicBezTo>
                      <a:pt x="158207" y="40117"/>
                      <a:pt x="167005" y="61356"/>
                      <a:pt x="167005" y="83502"/>
                    </a:cubicBezTo>
                    <a:lnTo>
                      <a:pt x="167005" y="184328"/>
                    </a:lnTo>
                    <a:cubicBezTo>
                      <a:pt x="167005" y="206474"/>
                      <a:pt x="158207" y="227713"/>
                      <a:pt x="142548" y="243373"/>
                    </a:cubicBezTo>
                    <a:cubicBezTo>
                      <a:pt x="126888" y="259033"/>
                      <a:pt x="105649" y="267830"/>
                      <a:pt x="83502" y="267830"/>
                    </a:cubicBezTo>
                    <a:lnTo>
                      <a:pt x="83502" y="267830"/>
                    </a:lnTo>
                    <a:cubicBezTo>
                      <a:pt x="61356" y="267830"/>
                      <a:pt x="40117" y="259033"/>
                      <a:pt x="24457" y="243373"/>
                    </a:cubicBezTo>
                    <a:cubicBezTo>
                      <a:pt x="8798" y="227713"/>
                      <a:pt x="0" y="206474"/>
                      <a:pt x="0" y="184328"/>
                    </a:cubicBezTo>
                    <a:lnTo>
                      <a:pt x="0" y="83502"/>
                    </a:lnTo>
                    <a:cubicBezTo>
                      <a:pt x="0" y="61356"/>
                      <a:pt x="8798" y="40117"/>
                      <a:pt x="24457" y="24457"/>
                    </a:cubicBezTo>
                    <a:cubicBezTo>
                      <a:pt x="40117" y="8798"/>
                      <a:pt x="61356" y="0"/>
                      <a:pt x="83502" y="0"/>
                    </a:cubicBezTo>
                    <a:close/>
                  </a:path>
                </a:pathLst>
              </a:custGeom>
              <a:solidFill>
                <a:srgbClr val="9FA1C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19050"/>
                <a:ext cx="167005" cy="286880"/>
              </a:xfrm>
              <a:prstGeom prst="rect">
                <a:avLst/>
              </a:prstGeom>
            </p:spPr>
            <p:txBody>
              <a:bodyPr anchor="ctr" rtlCol="false" tIns="41170" lIns="41170" bIns="41170" rIns="41170"/>
              <a:lstStyle/>
              <a:p>
                <a:pPr algn="ctr" marL="0" indent="0" lvl="0">
                  <a:lnSpc>
                    <a:spcPts val="168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3" id="63"/>
            <p:cNvSpPr/>
            <p:nvPr/>
          </p:nvSpPr>
          <p:spPr>
            <a:xfrm flipH="false" flipV="false" rot="0">
              <a:off x="166944" y="1350649"/>
              <a:ext cx="303611" cy="574885"/>
            </a:xfrm>
            <a:custGeom>
              <a:avLst/>
              <a:gdLst/>
              <a:ahLst/>
              <a:cxnLst/>
              <a:rect r="r" b="b" t="t" l="l"/>
              <a:pathLst>
                <a:path h="574885" w="303611">
                  <a:moveTo>
                    <a:pt x="0" y="0"/>
                  </a:moveTo>
                  <a:lnTo>
                    <a:pt x="303611" y="0"/>
                  </a:lnTo>
                  <a:lnTo>
                    <a:pt x="303611" y="574885"/>
                  </a:lnTo>
                  <a:lnTo>
                    <a:pt x="0" y="574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073" t="-55211" r="-63890" b="-73380"/>
              </a:stretch>
            </a:blipFill>
          </p:spPr>
        </p:sp>
        <p:sp>
          <p:nvSpPr>
            <p:cNvPr name="AutoShape 64" id="64"/>
            <p:cNvSpPr/>
            <p:nvPr/>
          </p:nvSpPr>
          <p:spPr>
            <a:xfrm>
              <a:off x="1699672" y="2174300"/>
              <a:ext cx="0" cy="253595"/>
            </a:xfrm>
            <a:prstGeom prst="line">
              <a:avLst/>
            </a:prstGeom>
            <a:ln cap="flat" w="50800">
              <a:solidFill>
                <a:srgbClr val="F8525D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65" id="65"/>
            <p:cNvGrpSpPr/>
            <p:nvPr/>
          </p:nvGrpSpPr>
          <p:grpSpPr>
            <a:xfrm rot="0">
              <a:off x="1725072" y="2132213"/>
              <a:ext cx="866271" cy="168885"/>
              <a:chOff x="0" y="0"/>
              <a:chExt cx="232152" cy="45259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232152" cy="45259"/>
              </a:xfrm>
              <a:custGeom>
                <a:avLst/>
                <a:gdLst/>
                <a:ahLst/>
                <a:cxnLst/>
                <a:rect r="r" b="b" t="t" l="l"/>
                <a:pathLst>
                  <a:path h="45259" w="232152">
                    <a:moveTo>
                      <a:pt x="0" y="0"/>
                    </a:moveTo>
                    <a:lnTo>
                      <a:pt x="232152" y="0"/>
                    </a:lnTo>
                    <a:lnTo>
                      <a:pt x="232152" y="45259"/>
                    </a:lnTo>
                    <a:lnTo>
                      <a:pt x="0" y="45259"/>
                    </a:lnTo>
                    <a:close/>
                  </a:path>
                </a:pathLst>
              </a:custGeom>
              <a:solidFill>
                <a:srgbClr val="F8525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19050"/>
                <a:ext cx="232152" cy="643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6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68" id="68"/>
            <p:cNvSpPr/>
            <p:nvPr/>
          </p:nvSpPr>
          <p:spPr>
            <a:xfrm>
              <a:off x="2591343" y="2174300"/>
              <a:ext cx="0" cy="253595"/>
            </a:xfrm>
            <a:prstGeom prst="line">
              <a:avLst/>
            </a:prstGeom>
            <a:ln cap="flat" w="50800">
              <a:solidFill>
                <a:srgbClr val="F852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1504966" y="2353168"/>
              <a:ext cx="1288543" cy="1093650"/>
            </a:xfrm>
            <a:custGeom>
              <a:avLst/>
              <a:gdLst/>
              <a:ahLst/>
              <a:cxnLst/>
              <a:rect r="r" b="b" t="t" l="l"/>
              <a:pathLst>
                <a:path h="1093650" w="1288543">
                  <a:moveTo>
                    <a:pt x="0" y="0"/>
                  </a:moveTo>
                  <a:lnTo>
                    <a:pt x="1288543" y="0"/>
                  </a:lnTo>
                  <a:lnTo>
                    <a:pt x="1288543" y="1093650"/>
                  </a:lnTo>
                  <a:lnTo>
                    <a:pt x="0" y="1093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5353881" y="6933961"/>
            <a:ext cx="3238884" cy="739837"/>
            <a:chOff x="0" y="0"/>
            <a:chExt cx="1157319" cy="26435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57319" cy="264359"/>
            </a:xfrm>
            <a:custGeom>
              <a:avLst/>
              <a:gdLst/>
              <a:ahLst/>
              <a:cxnLst/>
              <a:rect r="r" b="b" t="t" l="l"/>
              <a:pathLst>
                <a:path h="264359" w="1157319">
                  <a:moveTo>
                    <a:pt x="0" y="0"/>
                  </a:moveTo>
                  <a:lnTo>
                    <a:pt x="1157319" y="0"/>
                  </a:lnTo>
                  <a:lnTo>
                    <a:pt x="1157319" y="264359"/>
                  </a:lnTo>
                  <a:lnTo>
                    <a:pt x="0" y="264359"/>
                  </a:lnTo>
                  <a:close/>
                </a:path>
              </a:pathLst>
            </a:custGeom>
            <a:ln w="38100" cap="sq">
              <a:solidFill>
                <a:srgbClr val="F8525D"/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1157319" cy="28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923700" y="6713828"/>
            <a:ext cx="2136962" cy="452813"/>
            <a:chOff x="0" y="0"/>
            <a:chExt cx="763580" cy="16179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63580" cy="161799"/>
            </a:xfrm>
            <a:custGeom>
              <a:avLst/>
              <a:gdLst/>
              <a:ahLst/>
              <a:cxnLst/>
              <a:rect r="r" b="b" t="t" l="l"/>
              <a:pathLst>
                <a:path h="161799" w="763580">
                  <a:moveTo>
                    <a:pt x="0" y="0"/>
                  </a:moveTo>
                  <a:lnTo>
                    <a:pt x="763580" y="0"/>
                  </a:lnTo>
                  <a:lnTo>
                    <a:pt x="763580" y="161799"/>
                  </a:lnTo>
                  <a:lnTo>
                    <a:pt x="0" y="161799"/>
                  </a:lnTo>
                  <a:close/>
                </a:path>
              </a:pathLst>
            </a:custGeom>
            <a:solidFill>
              <a:srgbClr val="F8525D"/>
            </a:solidFill>
            <a:ln w="38100" cap="sq">
              <a:solidFill>
                <a:srgbClr val="F8525D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763580" cy="180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6260667" y="6293034"/>
            <a:ext cx="693916" cy="983696"/>
          </a:xfrm>
          <a:custGeom>
            <a:avLst/>
            <a:gdLst/>
            <a:ahLst/>
            <a:cxnLst/>
            <a:rect r="r" b="b" t="t" l="l"/>
            <a:pathLst>
              <a:path h="983696" w="693916">
                <a:moveTo>
                  <a:pt x="0" y="0"/>
                </a:moveTo>
                <a:lnTo>
                  <a:pt x="693916" y="0"/>
                </a:lnTo>
                <a:lnTo>
                  <a:pt x="693916" y="983696"/>
                </a:lnTo>
                <a:lnTo>
                  <a:pt x="0" y="983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6954583" y="5915936"/>
            <a:ext cx="693916" cy="983696"/>
          </a:xfrm>
          <a:custGeom>
            <a:avLst/>
            <a:gdLst/>
            <a:ahLst/>
            <a:cxnLst/>
            <a:rect r="r" b="b" t="t" l="l"/>
            <a:pathLst>
              <a:path h="983696" w="693916">
                <a:moveTo>
                  <a:pt x="0" y="0"/>
                </a:moveTo>
                <a:lnTo>
                  <a:pt x="693915" y="0"/>
                </a:lnTo>
                <a:lnTo>
                  <a:pt x="693915" y="983696"/>
                </a:lnTo>
                <a:lnTo>
                  <a:pt x="0" y="983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5219385" y="7054623"/>
            <a:ext cx="333718" cy="473144"/>
            <a:chOff x="0" y="0"/>
            <a:chExt cx="444957" cy="630858"/>
          </a:xfrm>
        </p:grpSpPr>
        <p:grpSp>
          <p:nvGrpSpPr>
            <p:cNvPr name="Group 79" id="79"/>
            <p:cNvGrpSpPr/>
            <p:nvPr/>
          </p:nvGrpSpPr>
          <p:grpSpPr>
            <a:xfrm rot="0">
              <a:off x="0" y="0"/>
              <a:ext cx="393370" cy="630858"/>
              <a:chOff x="0" y="0"/>
              <a:chExt cx="167005" cy="26783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167005" cy="267830"/>
              </a:xfrm>
              <a:custGeom>
                <a:avLst/>
                <a:gdLst/>
                <a:ahLst/>
                <a:cxnLst/>
                <a:rect r="r" b="b" t="t" l="l"/>
                <a:pathLst>
                  <a:path h="267830" w="167005">
                    <a:moveTo>
                      <a:pt x="83502" y="0"/>
                    </a:moveTo>
                    <a:lnTo>
                      <a:pt x="83502" y="0"/>
                    </a:lnTo>
                    <a:cubicBezTo>
                      <a:pt x="105649" y="0"/>
                      <a:pt x="126888" y="8798"/>
                      <a:pt x="142548" y="24457"/>
                    </a:cubicBezTo>
                    <a:cubicBezTo>
                      <a:pt x="158207" y="40117"/>
                      <a:pt x="167005" y="61356"/>
                      <a:pt x="167005" y="83502"/>
                    </a:cubicBezTo>
                    <a:lnTo>
                      <a:pt x="167005" y="184328"/>
                    </a:lnTo>
                    <a:cubicBezTo>
                      <a:pt x="167005" y="206474"/>
                      <a:pt x="158207" y="227713"/>
                      <a:pt x="142548" y="243373"/>
                    </a:cubicBezTo>
                    <a:cubicBezTo>
                      <a:pt x="126888" y="259033"/>
                      <a:pt x="105649" y="267830"/>
                      <a:pt x="83502" y="267830"/>
                    </a:cubicBezTo>
                    <a:lnTo>
                      <a:pt x="83502" y="267830"/>
                    </a:lnTo>
                    <a:cubicBezTo>
                      <a:pt x="61356" y="267830"/>
                      <a:pt x="40117" y="259033"/>
                      <a:pt x="24457" y="243373"/>
                    </a:cubicBezTo>
                    <a:cubicBezTo>
                      <a:pt x="8798" y="227713"/>
                      <a:pt x="0" y="206474"/>
                      <a:pt x="0" y="184328"/>
                    </a:cubicBezTo>
                    <a:lnTo>
                      <a:pt x="0" y="83502"/>
                    </a:lnTo>
                    <a:cubicBezTo>
                      <a:pt x="0" y="61356"/>
                      <a:pt x="8798" y="40117"/>
                      <a:pt x="24457" y="24457"/>
                    </a:cubicBezTo>
                    <a:cubicBezTo>
                      <a:pt x="40117" y="8798"/>
                      <a:pt x="61356" y="0"/>
                      <a:pt x="83502" y="0"/>
                    </a:cubicBezTo>
                    <a:close/>
                  </a:path>
                </a:pathLst>
              </a:custGeom>
              <a:solidFill>
                <a:srgbClr val="F8525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19050"/>
                <a:ext cx="167005" cy="286880"/>
              </a:xfrm>
              <a:prstGeom prst="rect">
                <a:avLst/>
              </a:prstGeom>
            </p:spPr>
            <p:txBody>
              <a:bodyPr anchor="ctr" rtlCol="false" tIns="41170" lIns="41170" bIns="41170" rIns="41170"/>
              <a:lstStyle/>
              <a:p>
                <a:pPr algn="ctr" marL="0" indent="0" lvl="0">
                  <a:lnSpc>
                    <a:spcPts val="168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51587" y="0"/>
              <a:ext cx="393370" cy="630858"/>
              <a:chOff x="0" y="0"/>
              <a:chExt cx="167005" cy="267830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167005" cy="267830"/>
              </a:xfrm>
              <a:custGeom>
                <a:avLst/>
                <a:gdLst/>
                <a:ahLst/>
                <a:cxnLst/>
                <a:rect r="r" b="b" t="t" l="l"/>
                <a:pathLst>
                  <a:path h="267830" w="167005">
                    <a:moveTo>
                      <a:pt x="83502" y="0"/>
                    </a:moveTo>
                    <a:lnTo>
                      <a:pt x="83502" y="0"/>
                    </a:lnTo>
                    <a:cubicBezTo>
                      <a:pt x="105649" y="0"/>
                      <a:pt x="126888" y="8798"/>
                      <a:pt x="142548" y="24457"/>
                    </a:cubicBezTo>
                    <a:cubicBezTo>
                      <a:pt x="158207" y="40117"/>
                      <a:pt x="167005" y="61356"/>
                      <a:pt x="167005" y="83502"/>
                    </a:cubicBezTo>
                    <a:lnTo>
                      <a:pt x="167005" y="184328"/>
                    </a:lnTo>
                    <a:cubicBezTo>
                      <a:pt x="167005" y="206474"/>
                      <a:pt x="158207" y="227713"/>
                      <a:pt x="142548" y="243373"/>
                    </a:cubicBezTo>
                    <a:cubicBezTo>
                      <a:pt x="126888" y="259033"/>
                      <a:pt x="105649" y="267830"/>
                      <a:pt x="83502" y="267830"/>
                    </a:cubicBezTo>
                    <a:lnTo>
                      <a:pt x="83502" y="267830"/>
                    </a:lnTo>
                    <a:cubicBezTo>
                      <a:pt x="61356" y="267830"/>
                      <a:pt x="40117" y="259033"/>
                      <a:pt x="24457" y="243373"/>
                    </a:cubicBezTo>
                    <a:cubicBezTo>
                      <a:pt x="8798" y="227713"/>
                      <a:pt x="0" y="206474"/>
                      <a:pt x="0" y="184328"/>
                    </a:cubicBezTo>
                    <a:lnTo>
                      <a:pt x="0" y="83502"/>
                    </a:lnTo>
                    <a:cubicBezTo>
                      <a:pt x="0" y="61356"/>
                      <a:pt x="8798" y="40117"/>
                      <a:pt x="24457" y="24457"/>
                    </a:cubicBezTo>
                    <a:cubicBezTo>
                      <a:pt x="40117" y="8798"/>
                      <a:pt x="61356" y="0"/>
                      <a:pt x="83502" y="0"/>
                    </a:cubicBezTo>
                    <a:close/>
                  </a:path>
                </a:pathLst>
              </a:custGeom>
              <a:solidFill>
                <a:srgbClr val="9FA1C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19050"/>
                <a:ext cx="167005" cy="286880"/>
              </a:xfrm>
              <a:prstGeom prst="rect">
                <a:avLst/>
              </a:prstGeom>
            </p:spPr>
            <p:txBody>
              <a:bodyPr anchor="ctr" rtlCol="false" tIns="41170" lIns="41170" bIns="41170" rIns="41170"/>
              <a:lstStyle/>
              <a:p>
                <a:pPr algn="ctr" marL="0" indent="0" lvl="0">
                  <a:lnSpc>
                    <a:spcPts val="168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5" id="85"/>
            <p:cNvSpPr/>
            <p:nvPr/>
          </p:nvSpPr>
          <p:spPr>
            <a:xfrm flipH="false" flipV="false" rot="0">
              <a:off x="130032" y="91542"/>
              <a:ext cx="236481" cy="447775"/>
            </a:xfrm>
            <a:custGeom>
              <a:avLst/>
              <a:gdLst/>
              <a:ahLst/>
              <a:cxnLst/>
              <a:rect r="r" b="b" t="t" l="l"/>
              <a:pathLst>
                <a:path h="447775" w="236481">
                  <a:moveTo>
                    <a:pt x="0" y="0"/>
                  </a:moveTo>
                  <a:lnTo>
                    <a:pt x="236481" y="0"/>
                  </a:lnTo>
                  <a:lnTo>
                    <a:pt x="236481" y="447774"/>
                  </a:lnTo>
                  <a:lnTo>
                    <a:pt x="0" y="44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073" t="-55211" r="-63890" b="-73380"/>
              </a:stretch>
            </a:blipFill>
          </p:spPr>
        </p:sp>
      </p:grpSp>
      <p:sp>
        <p:nvSpPr>
          <p:cNvPr name="AutoShape 86" id="86"/>
          <p:cNvSpPr/>
          <p:nvPr/>
        </p:nvSpPr>
        <p:spPr>
          <a:xfrm>
            <a:off x="6617408" y="7639846"/>
            <a:ext cx="0" cy="190197"/>
          </a:xfrm>
          <a:prstGeom prst="line">
            <a:avLst/>
          </a:prstGeom>
          <a:ln cap="flat" w="38100">
            <a:solidFill>
              <a:srgbClr val="F852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7" id="87"/>
          <p:cNvGrpSpPr/>
          <p:nvPr/>
        </p:nvGrpSpPr>
        <p:grpSpPr>
          <a:xfrm rot="0">
            <a:off x="6636458" y="7608281"/>
            <a:ext cx="649703" cy="126663"/>
            <a:chOff x="0" y="0"/>
            <a:chExt cx="232152" cy="4525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32152" cy="45259"/>
            </a:xfrm>
            <a:custGeom>
              <a:avLst/>
              <a:gdLst/>
              <a:ahLst/>
              <a:cxnLst/>
              <a:rect r="r" b="b" t="t" l="l"/>
              <a:pathLst>
                <a:path h="45259" w="232152">
                  <a:moveTo>
                    <a:pt x="0" y="0"/>
                  </a:moveTo>
                  <a:lnTo>
                    <a:pt x="232152" y="0"/>
                  </a:lnTo>
                  <a:lnTo>
                    <a:pt x="232152" y="45259"/>
                  </a:lnTo>
                  <a:lnTo>
                    <a:pt x="0" y="45259"/>
                  </a:ln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232152" cy="64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0" id="90"/>
          <p:cNvSpPr/>
          <p:nvPr/>
        </p:nvSpPr>
        <p:spPr>
          <a:xfrm>
            <a:off x="7286162" y="7639846"/>
            <a:ext cx="0" cy="190197"/>
          </a:xfrm>
          <a:prstGeom prst="line">
            <a:avLst/>
          </a:prstGeom>
          <a:ln cap="flat" w="38100">
            <a:solidFill>
              <a:srgbClr val="F852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1" id="91"/>
          <p:cNvSpPr/>
          <p:nvPr/>
        </p:nvSpPr>
        <p:spPr>
          <a:xfrm flipH="false" flipV="false" rot="0">
            <a:off x="6471379" y="7773997"/>
            <a:ext cx="966407" cy="820238"/>
          </a:xfrm>
          <a:custGeom>
            <a:avLst/>
            <a:gdLst/>
            <a:ahLst/>
            <a:cxnLst/>
            <a:rect r="r" b="b" t="t" l="l"/>
            <a:pathLst>
              <a:path h="820238" w="966407">
                <a:moveTo>
                  <a:pt x="0" y="0"/>
                </a:moveTo>
                <a:lnTo>
                  <a:pt x="966407" y="0"/>
                </a:lnTo>
                <a:lnTo>
                  <a:pt x="966407" y="820237"/>
                </a:lnTo>
                <a:lnTo>
                  <a:pt x="0" y="8202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840117" y="7092497"/>
            <a:ext cx="313907" cy="172756"/>
            <a:chOff x="0" y="0"/>
            <a:chExt cx="418542" cy="230341"/>
          </a:xfrm>
        </p:grpSpPr>
        <p:sp>
          <p:nvSpPr>
            <p:cNvPr name="AutoShape 93" id="93"/>
            <p:cNvSpPr/>
            <p:nvPr/>
          </p:nvSpPr>
          <p:spPr>
            <a:xfrm>
              <a:off x="12700" y="217641"/>
              <a:ext cx="405842" cy="0"/>
            </a:xfrm>
            <a:prstGeom prst="line">
              <a:avLst/>
            </a:prstGeom>
            <a:ln cap="rnd" w="25400">
              <a:solidFill>
                <a:srgbClr val="F8BD0A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94" id="94"/>
            <p:cNvSpPr/>
            <p:nvPr/>
          </p:nvSpPr>
          <p:spPr>
            <a:xfrm>
              <a:off x="12700" y="0"/>
              <a:ext cx="0" cy="230341"/>
            </a:xfrm>
            <a:prstGeom prst="line">
              <a:avLst/>
            </a:prstGeom>
            <a:ln cap="rnd" w="25400">
              <a:solidFill>
                <a:srgbClr val="F8BD0A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95" id="95"/>
          <p:cNvSpPr/>
          <p:nvPr/>
        </p:nvSpPr>
        <p:spPr>
          <a:xfrm>
            <a:off x="7479220" y="7255728"/>
            <a:ext cx="190894" cy="0"/>
          </a:xfrm>
          <a:prstGeom prst="line">
            <a:avLst/>
          </a:prstGeom>
          <a:ln cap="rnd" w="19050">
            <a:solidFill>
              <a:srgbClr val="F8BD0A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6" id="96"/>
          <p:cNvGrpSpPr/>
          <p:nvPr/>
        </p:nvGrpSpPr>
        <p:grpSpPr>
          <a:xfrm rot="0">
            <a:off x="8482078" y="6857206"/>
            <a:ext cx="190894" cy="309435"/>
            <a:chOff x="0" y="0"/>
            <a:chExt cx="254526" cy="412581"/>
          </a:xfrm>
        </p:grpSpPr>
        <p:sp>
          <p:nvSpPr>
            <p:cNvPr name="AutoShape 97" id="97"/>
            <p:cNvSpPr/>
            <p:nvPr/>
          </p:nvSpPr>
          <p:spPr>
            <a:xfrm>
              <a:off x="241826" y="0"/>
              <a:ext cx="0" cy="412581"/>
            </a:xfrm>
            <a:prstGeom prst="line">
              <a:avLst/>
            </a:prstGeom>
            <a:ln cap="rnd" w="25400">
              <a:solidFill>
                <a:srgbClr val="F8BD0A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98" id="98"/>
            <p:cNvSpPr/>
            <p:nvPr/>
          </p:nvSpPr>
          <p:spPr>
            <a:xfrm>
              <a:off x="0" y="12700"/>
              <a:ext cx="254526" cy="0"/>
            </a:xfrm>
            <a:prstGeom prst="line">
              <a:avLst/>
            </a:prstGeom>
            <a:ln cap="rnd" w="25400">
              <a:solidFill>
                <a:srgbClr val="F8BD0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7965214" y="7110261"/>
            <a:ext cx="190894" cy="154991"/>
            <a:chOff x="0" y="0"/>
            <a:chExt cx="254526" cy="206655"/>
          </a:xfrm>
        </p:grpSpPr>
        <p:sp>
          <p:nvSpPr>
            <p:cNvPr name="AutoShape 100" id="100"/>
            <p:cNvSpPr/>
            <p:nvPr/>
          </p:nvSpPr>
          <p:spPr>
            <a:xfrm>
              <a:off x="0" y="193955"/>
              <a:ext cx="254526" cy="0"/>
            </a:xfrm>
            <a:prstGeom prst="line">
              <a:avLst/>
            </a:prstGeom>
            <a:ln cap="rnd" w="25400">
              <a:solidFill>
                <a:srgbClr val="F8BD0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1" id="101"/>
            <p:cNvSpPr/>
            <p:nvPr/>
          </p:nvSpPr>
          <p:spPr>
            <a:xfrm flipV="true">
              <a:off x="241584" y="0"/>
              <a:ext cx="0" cy="193976"/>
            </a:xfrm>
            <a:prstGeom prst="line">
              <a:avLst/>
            </a:prstGeom>
            <a:ln cap="rnd" w="25400">
              <a:solidFill>
                <a:srgbClr val="F8BD0A"/>
              </a:solidFill>
              <a:prstDash val="solid"/>
              <a:headEnd type="none" len="sm" w="sm"/>
              <a:tailEnd type="arrow" len="sm" w="med"/>
            </a:ln>
          </p:spPr>
        </p:sp>
      </p:grpSp>
      <p:sp>
        <p:nvSpPr>
          <p:cNvPr name="AutoShape 102" id="102"/>
          <p:cNvSpPr/>
          <p:nvPr/>
        </p:nvSpPr>
        <p:spPr>
          <a:xfrm>
            <a:off x="7169785" y="7537292"/>
            <a:ext cx="309435" cy="0"/>
          </a:xfrm>
          <a:prstGeom prst="line">
            <a:avLst/>
          </a:prstGeom>
          <a:ln cap="rnd" w="19050">
            <a:solidFill>
              <a:srgbClr val="F8BD0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3" id="103"/>
          <p:cNvSpPr/>
          <p:nvPr/>
        </p:nvSpPr>
        <p:spPr>
          <a:xfrm>
            <a:off x="6422833" y="7537292"/>
            <a:ext cx="309435" cy="0"/>
          </a:xfrm>
          <a:prstGeom prst="line">
            <a:avLst/>
          </a:prstGeom>
          <a:ln cap="rnd" w="19050">
            <a:solidFill>
              <a:srgbClr val="F8BD0A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04" id="104"/>
          <p:cNvSpPr/>
          <p:nvPr/>
        </p:nvSpPr>
        <p:spPr>
          <a:xfrm flipV="true">
            <a:off x="7169785" y="7527767"/>
            <a:ext cx="0" cy="146031"/>
          </a:xfrm>
          <a:prstGeom prst="line">
            <a:avLst/>
          </a:prstGeom>
          <a:ln cap="rnd" w="19050">
            <a:solidFill>
              <a:srgbClr val="F8BD0A"/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105" id="105"/>
          <p:cNvGrpSpPr/>
          <p:nvPr/>
        </p:nvGrpSpPr>
        <p:grpSpPr>
          <a:xfrm rot="0">
            <a:off x="7963509" y="6615139"/>
            <a:ext cx="190894" cy="155556"/>
            <a:chOff x="0" y="0"/>
            <a:chExt cx="254526" cy="207408"/>
          </a:xfrm>
        </p:grpSpPr>
        <p:sp>
          <p:nvSpPr>
            <p:cNvPr name="AutoShape 106" id="106"/>
            <p:cNvSpPr/>
            <p:nvPr/>
          </p:nvSpPr>
          <p:spPr>
            <a:xfrm>
              <a:off x="0" y="12700"/>
              <a:ext cx="254526" cy="0"/>
            </a:xfrm>
            <a:prstGeom prst="line">
              <a:avLst/>
            </a:prstGeom>
            <a:ln cap="rnd" w="25400">
              <a:solidFill>
                <a:srgbClr val="F8BD0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7" id="107"/>
            <p:cNvSpPr/>
            <p:nvPr/>
          </p:nvSpPr>
          <p:spPr>
            <a:xfrm flipV="true">
              <a:off x="241826" y="12700"/>
              <a:ext cx="0" cy="194708"/>
            </a:xfrm>
            <a:prstGeom prst="line">
              <a:avLst/>
            </a:prstGeom>
            <a:ln cap="rnd" w="25400">
              <a:solidFill>
                <a:srgbClr val="F8BD0A"/>
              </a:solidFill>
              <a:prstDash val="solid"/>
              <a:headEnd type="arrow" len="sm" w="med"/>
              <a:tailEnd type="none" len="sm" w="sm"/>
            </a:ln>
          </p:spPr>
        </p:sp>
      </p:grpSp>
      <p:sp>
        <p:nvSpPr>
          <p:cNvPr name="AutoShape 108" id="108"/>
          <p:cNvSpPr/>
          <p:nvPr/>
        </p:nvSpPr>
        <p:spPr>
          <a:xfrm flipV="true">
            <a:off x="6722743" y="7527767"/>
            <a:ext cx="0" cy="146031"/>
          </a:xfrm>
          <a:prstGeom prst="line">
            <a:avLst/>
          </a:prstGeom>
          <a:ln cap="rnd" w="19050">
            <a:solidFill>
              <a:srgbClr val="F8BD0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9" id="109"/>
          <p:cNvGrpSpPr/>
          <p:nvPr/>
        </p:nvGrpSpPr>
        <p:grpSpPr>
          <a:xfrm rot="0">
            <a:off x="5836639" y="6615139"/>
            <a:ext cx="247330" cy="155556"/>
            <a:chOff x="0" y="0"/>
            <a:chExt cx="329773" cy="207408"/>
          </a:xfrm>
        </p:grpSpPr>
        <p:sp>
          <p:nvSpPr>
            <p:cNvPr name="AutoShape 110" id="110"/>
            <p:cNvSpPr/>
            <p:nvPr/>
          </p:nvSpPr>
          <p:spPr>
            <a:xfrm>
              <a:off x="0" y="12700"/>
              <a:ext cx="329773" cy="0"/>
            </a:xfrm>
            <a:prstGeom prst="line">
              <a:avLst/>
            </a:prstGeom>
            <a:ln cap="rnd" w="25400">
              <a:solidFill>
                <a:srgbClr val="F8BD0A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11" id="111"/>
            <p:cNvSpPr/>
            <p:nvPr/>
          </p:nvSpPr>
          <p:spPr>
            <a:xfrm flipV="true">
              <a:off x="12700" y="12700"/>
              <a:ext cx="0" cy="194708"/>
            </a:xfrm>
            <a:prstGeom prst="line">
              <a:avLst/>
            </a:prstGeom>
            <a:ln cap="rnd" w="25400">
              <a:solidFill>
                <a:srgbClr val="F8BD0A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112" id="112"/>
          <p:cNvSpPr/>
          <p:nvPr/>
        </p:nvSpPr>
        <p:spPr>
          <a:xfrm>
            <a:off x="13368117" y="2845382"/>
            <a:ext cx="309435" cy="0"/>
          </a:xfrm>
          <a:prstGeom prst="line">
            <a:avLst/>
          </a:prstGeom>
          <a:ln cap="rnd" w="19050">
            <a:solidFill>
              <a:srgbClr val="F8BD0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3" id="113"/>
          <p:cNvSpPr/>
          <p:nvPr/>
        </p:nvSpPr>
        <p:spPr>
          <a:xfrm>
            <a:off x="14769567" y="3011255"/>
            <a:ext cx="0" cy="309435"/>
          </a:xfrm>
          <a:prstGeom prst="line">
            <a:avLst/>
          </a:prstGeom>
          <a:ln cap="rnd" w="19050">
            <a:solidFill>
              <a:srgbClr val="F8BD0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4" id="114"/>
          <p:cNvSpPr/>
          <p:nvPr/>
        </p:nvSpPr>
        <p:spPr>
          <a:xfrm>
            <a:off x="14377044" y="2845382"/>
            <a:ext cx="309435" cy="0"/>
          </a:xfrm>
          <a:prstGeom prst="line">
            <a:avLst/>
          </a:prstGeom>
          <a:ln cap="rnd" w="19050">
            <a:solidFill>
              <a:srgbClr val="F8BD0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5" id="115"/>
          <p:cNvSpPr/>
          <p:nvPr/>
        </p:nvSpPr>
        <p:spPr>
          <a:xfrm>
            <a:off x="14377044" y="3465575"/>
            <a:ext cx="309435" cy="0"/>
          </a:xfrm>
          <a:prstGeom prst="line">
            <a:avLst/>
          </a:prstGeom>
          <a:ln cap="rnd" w="19050">
            <a:solidFill>
              <a:srgbClr val="F8BD0A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16" id="116"/>
          <p:cNvSpPr/>
          <p:nvPr/>
        </p:nvSpPr>
        <p:spPr>
          <a:xfrm>
            <a:off x="13738037" y="3465575"/>
            <a:ext cx="309435" cy="0"/>
          </a:xfrm>
          <a:prstGeom prst="line">
            <a:avLst/>
          </a:prstGeom>
          <a:ln cap="rnd" w="19050">
            <a:solidFill>
              <a:srgbClr val="F8BD0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7" id="117"/>
          <p:cNvSpPr/>
          <p:nvPr/>
        </p:nvSpPr>
        <p:spPr>
          <a:xfrm>
            <a:off x="12991085" y="3465575"/>
            <a:ext cx="309435" cy="0"/>
          </a:xfrm>
          <a:prstGeom prst="line">
            <a:avLst/>
          </a:prstGeom>
          <a:ln cap="rnd" w="19050">
            <a:solidFill>
              <a:srgbClr val="F8BD0A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18" id="118"/>
          <p:cNvSpPr/>
          <p:nvPr/>
        </p:nvSpPr>
        <p:spPr>
          <a:xfrm flipV="true">
            <a:off x="13738037" y="3456050"/>
            <a:ext cx="0" cy="146031"/>
          </a:xfrm>
          <a:prstGeom prst="line">
            <a:avLst/>
          </a:prstGeom>
          <a:ln cap="rnd" w="19050">
            <a:solidFill>
              <a:srgbClr val="F8BD0A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19" id="119"/>
          <p:cNvSpPr/>
          <p:nvPr/>
        </p:nvSpPr>
        <p:spPr>
          <a:xfrm flipV="true">
            <a:off x="13290995" y="3456050"/>
            <a:ext cx="0" cy="146031"/>
          </a:xfrm>
          <a:prstGeom prst="line">
            <a:avLst/>
          </a:prstGeom>
          <a:ln cap="rnd" w="19050">
            <a:solidFill>
              <a:srgbClr val="F8BD0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0" id="120"/>
          <p:cNvSpPr/>
          <p:nvPr/>
        </p:nvSpPr>
        <p:spPr>
          <a:xfrm>
            <a:off x="12394800" y="3465575"/>
            <a:ext cx="309435" cy="0"/>
          </a:xfrm>
          <a:prstGeom prst="line">
            <a:avLst/>
          </a:prstGeom>
          <a:ln cap="rnd" w="19050">
            <a:solidFill>
              <a:srgbClr val="F8BD0A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21" id="121"/>
          <p:cNvSpPr/>
          <p:nvPr/>
        </p:nvSpPr>
        <p:spPr>
          <a:xfrm>
            <a:off x="12394800" y="2845382"/>
            <a:ext cx="309435" cy="0"/>
          </a:xfrm>
          <a:prstGeom prst="line">
            <a:avLst/>
          </a:prstGeom>
          <a:ln cap="rnd" w="19050">
            <a:solidFill>
              <a:srgbClr val="F8BD0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22" id="122"/>
          <p:cNvSpPr/>
          <p:nvPr/>
        </p:nvSpPr>
        <p:spPr>
          <a:xfrm flipH="false" flipV="false" rot="0">
            <a:off x="11333417" y="6077783"/>
            <a:ext cx="460282" cy="931755"/>
          </a:xfrm>
          <a:custGeom>
            <a:avLst/>
            <a:gdLst/>
            <a:ahLst/>
            <a:cxnLst/>
            <a:rect r="r" b="b" t="t" l="l"/>
            <a:pathLst>
              <a:path h="931755" w="460282">
                <a:moveTo>
                  <a:pt x="0" y="0"/>
                </a:moveTo>
                <a:lnTo>
                  <a:pt x="460282" y="0"/>
                </a:lnTo>
                <a:lnTo>
                  <a:pt x="460282" y="931755"/>
                </a:lnTo>
                <a:lnTo>
                  <a:pt x="0" y="931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6376" t="0" r="-201112" b="-102124"/>
            </a:stretch>
          </a:blipFill>
        </p:spPr>
      </p:sp>
      <p:sp>
        <p:nvSpPr>
          <p:cNvPr name="Freeform 123" id="123"/>
          <p:cNvSpPr/>
          <p:nvPr/>
        </p:nvSpPr>
        <p:spPr>
          <a:xfrm flipH="false" flipV="false" rot="437395">
            <a:off x="12536259" y="6660670"/>
            <a:ext cx="473130" cy="551755"/>
          </a:xfrm>
          <a:custGeom>
            <a:avLst/>
            <a:gdLst/>
            <a:ahLst/>
            <a:cxnLst/>
            <a:rect r="r" b="b" t="t" l="l"/>
            <a:pathLst>
              <a:path h="551755" w="473130">
                <a:moveTo>
                  <a:pt x="0" y="0"/>
                </a:moveTo>
                <a:lnTo>
                  <a:pt x="473130" y="0"/>
                </a:lnTo>
                <a:lnTo>
                  <a:pt x="473130" y="551755"/>
                </a:lnTo>
                <a:lnTo>
                  <a:pt x="0" y="5517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4" id="124"/>
          <p:cNvSpPr/>
          <p:nvPr/>
        </p:nvSpPr>
        <p:spPr>
          <a:xfrm flipH="false" flipV="false" rot="0">
            <a:off x="0" y="182968"/>
            <a:ext cx="18085782" cy="9948589"/>
          </a:xfrm>
          <a:custGeom>
            <a:avLst/>
            <a:gdLst/>
            <a:ahLst/>
            <a:cxnLst/>
            <a:rect r="r" b="b" t="t" l="l"/>
            <a:pathLst>
              <a:path h="9948589" w="18085782">
                <a:moveTo>
                  <a:pt x="0" y="0"/>
                </a:moveTo>
                <a:lnTo>
                  <a:pt x="18085782" y="0"/>
                </a:lnTo>
                <a:lnTo>
                  <a:pt x="18085782" y="9948589"/>
                </a:lnTo>
                <a:lnTo>
                  <a:pt x="0" y="99485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6000"/>
            </a:blip>
            <a:stretch>
              <a:fillRect l="0" t="-939" r="0" b="-939"/>
            </a:stretch>
          </a:blipFill>
        </p:spPr>
      </p:sp>
      <p:sp>
        <p:nvSpPr>
          <p:cNvPr name="TextBox 125" id="125"/>
          <p:cNvSpPr txBox="true"/>
          <p:nvPr/>
        </p:nvSpPr>
        <p:spPr>
          <a:xfrm rot="0">
            <a:off x="10082344" y="7609162"/>
            <a:ext cx="834309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44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Switch on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7345170" y="759162"/>
            <a:ext cx="359766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Answer Key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3376988" y="4728704"/>
            <a:ext cx="277635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Simple Open Circuit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7575661" y="4728704"/>
            <a:ext cx="313667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Simple Closed Circuit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5386244" y="8773631"/>
            <a:ext cx="313667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Parallel Circuit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1954496" y="4728704"/>
            <a:ext cx="313667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Series Circuit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9765078" y="8773631"/>
            <a:ext cx="313667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Short Circuit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52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7968" y="1028700"/>
            <a:ext cx="14172063" cy="7894911"/>
            <a:chOff x="0" y="0"/>
            <a:chExt cx="5063964" cy="2821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3964" cy="2821011"/>
            </a:xfrm>
            <a:custGeom>
              <a:avLst/>
              <a:gdLst/>
              <a:ahLst/>
              <a:cxnLst/>
              <a:rect r="r" b="b" t="t" l="l"/>
              <a:pathLst>
                <a:path h="2821011" w="5063964">
                  <a:moveTo>
                    <a:pt x="10926" y="0"/>
                  </a:moveTo>
                  <a:lnTo>
                    <a:pt x="5053038" y="0"/>
                  </a:lnTo>
                  <a:cubicBezTo>
                    <a:pt x="5055936" y="0"/>
                    <a:pt x="5058715" y="1151"/>
                    <a:pt x="5060764" y="3200"/>
                  </a:cubicBezTo>
                  <a:cubicBezTo>
                    <a:pt x="5062813" y="5249"/>
                    <a:pt x="5063964" y="8028"/>
                    <a:pt x="5063964" y="10926"/>
                  </a:cubicBezTo>
                  <a:lnTo>
                    <a:pt x="5063964" y="2810085"/>
                  </a:lnTo>
                  <a:cubicBezTo>
                    <a:pt x="5063964" y="2812983"/>
                    <a:pt x="5062813" y="2815762"/>
                    <a:pt x="5060764" y="2817811"/>
                  </a:cubicBezTo>
                  <a:cubicBezTo>
                    <a:pt x="5058715" y="2819860"/>
                    <a:pt x="5055936" y="2821011"/>
                    <a:pt x="5053038" y="2821011"/>
                  </a:cubicBezTo>
                  <a:lnTo>
                    <a:pt x="10926" y="2821011"/>
                  </a:lnTo>
                  <a:cubicBezTo>
                    <a:pt x="8028" y="2821011"/>
                    <a:pt x="5249" y="2819860"/>
                    <a:pt x="3200" y="2817811"/>
                  </a:cubicBezTo>
                  <a:cubicBezTo>
                    <a:pt x="1151" y="2815762"/>
                    <a:pt x="0" y="2812983"/>
                    <a:pt x="0" y="2810085"/>
                  </a:cubicBezTo>
                  <a:lnTo>
                    <a:pt x="0" y="10926"/>
                  </a:lnTo>
                  <a:cubicBezTo>
                    <a:pt x="0" y="8028"/>
                    <a:pt x="1151" y="5249"/>
                    <a:pt x="3200" y="3200"/>
                  </a:cubicBezTo>
                  <a:cubicBezTo>
                    <a:pt x="5249" y="1151"/>
                    <a:pt x="8028" y="0"/>
                    <a:pt x="1092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063964" cy="2840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7112836" y="4760314"/>
            <a:ext cx="1958211" cy="1084243"/>
          </a:xfrm>
          <a:custGeom>
            <a:avLst/>
            <a:gdLst/>
            <a:ahLst/>
            <a:cxnLst/>
            <a:rect r="r" b="b" t="t" l="l"/>
            <a:pathLst>
              <a:path h="1084243" w="1958211">
                <a:moveTo>
                  <a:pt x="0" y="0"/>
                </a:moveTo>
                <a:lnTo>
                  <a:pt x="1958211" y="0"/>
                </a:lnTo>
                <a:lnTo>
                  <a:pt x="1958211" y="1084242"/>
                </a:lnTo>
                <a:lnTo>
                  <a:pt x="0" y="1084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5356" t="-354636" r="-37669" b="-117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43204" y="4324035"/>
            <a:ext cx="966649" cy="1956800"/>
          </a:xfrm>
          <a:custGeom>
            <a:avLst/>
            <a:gdLst/>
            <a:ahLst/>
            <a:cxnLst/>
            <a:rect r="r" b="b" t="t" l="l"/>
            <a:pathLst>
              <a:path h="1956800" w="966649">
                <a:moveTo>
                  <a:pt x="0" y="0"/>
                </a:moveTo>
                <a:lnTo>
                  <a:pt x="966648" y="0"/>
                </a:lnTo>
                <a:lnTo>
                  <a:pt x="966648" y="1956800"/>
                </a:lnTo>
                <a:lnTo>
                  <a:pt x="0" y="1956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376" t="0" r="-201112" b="-10212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18993" y="4455874"/>
            <a:ext cx="977778" cy="1693121"/>
          </a:xfrm>
          <a:custGeom>
            <a:avLst/>
            <a:gdLst/>
            <a:ahLst/>
            <a:cxnLst/>
            <a:rect r="r" b="b" t="t" l="l"/>
            <a:pathLst>
              <a:path h="1693121" w="977778">
                <a:moveTo>
                  <a:pt x="0" y="0"/>
                </a:moveTo>
                <a:lnTo>
                  <a:pt x="977777" y="0"/>
                </a:lnTo>
                <a:lnTo>
                  <a:pt x="977777" y="1693122"/>
                </a:lnTo>
                <a:lnTo>
                  <a:pt x="0" y="16931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05911" y="4160856"/>
            <a:ext cx="1610578" cy="2283159"/>
          </a:xfrm>
          <a:custGeom>
            <a:avLst/>
            <a:gdLst/>
            <a:ahLst/>
            <a:cxnLst/>
            <a:rect r="r" b="b" t="t" l="l"/>
            <a:pathLst>
              <a:path h="2283159" w="1610578">
                <a:moveTo>
                  <a:pt x="0" y="0"/>
                </a:moveTo>
                <a:lnTo>
                  <a:pt x="1610578" y="0"/>
                </a:lnTo>
                <a:lnTo>
                  <a:pt x="1610578" y="2283158"/>
                </a:lnTo>
                <a:lnTo>
                  <a:pt x="0" y="2283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74709" y="4468126"/>
            <a:ext cx="1965970" cy="1668617"/>
          </a:xfrm>
          <a:custGeom>
            <a:avLst/>
            <a:gdLst/>
            <a:ahLst/>
            <a:cxnLst/>
            <a:rect r="r" b="b" t="t" l="l"/>
            <a:pathLst>
              <a:path h="1668617" w="1965970">
                <a:moveTo>
                  <a:pt x="0" y="0"/>
                </a:moveTo>
                <a:lnTo>
                  <a:pt x="1965970" y="0"/>
                </a:lnTo>
                <a:lnTo>
                  <a:pt x="1965970" y="1668618"/>
                </a:lnTo>
                <a:lnTo>
                  <a:pt x="0" y="1668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30329" y="4306519"/>
            <a:ext cx="744447" cy="1991831"/>
          </a:xfrm>
          <a:custGeom>
            <a:avLst/>
            <a:gdLst/>
            <a:ahLst/>
            <a:cxnLst/>
            <a:rect r="r" b="b" t="t" l="l"/>
            <a:pathLst>
              <a:path h="1991831" w="744447">
                <a:moveTo>
                  <a:pt x="0" y="0"/>
                </a:moveTo>
                <a:lnTo>
                  <a:pt x="744447" y="0"/>
                </a:lnTo>
                <a:lnTo>
                  <a:pt x="744447" y="1991832"/>
                </a:lnTo>
                <a:lnTo>
                  <a:pt x="0" y="19918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183916" y="4323330"/>
            <a:ext cx="781652" cy="1958211"/>
          </a:xfrm>
          <a:custGeom>
            <a:avLst/>
            <a:gdLst/>
            <a:ahLst/>
            <a:cxnLst/>
            <a:rect r="r" b="b" t="t" l="l"/>
            <a:pathLst>
              <a:path h="1958211" w="781652">
                <a:moveTo>
                  <a:pt x="0" y="0"/>
                </a:moveTo>
                <a:lnTo>
                  <a:pt x="781653" y="0"/>
                </a:lnTo>
                <a:lnTo>
                  <a:pt x="781653" y="1958210"/>
                </a:lnTo>
                <a:lnTo>
                  <a:pt x="0" y="19582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030299" y="6671158"/>
            <a:ext cx="2867838" cy="1368197"/>
          </a:xfrm>
          <a:custGeom>
            <a:avLst/>
            <a:gdLst/>
            <a:ahLst/>
            <a:cxnLst/>
            <a:rect r="r" b="b" t="t" l="l"/>
            <a:pathLst>
              <a:path h="1368197" w="2867838">
                <a:moveTo>
                  <a:pt x="0" y="0"/>
                </a:moveTo>
                <a:lnTo>
                  <a:pt x="2867837" y="0"/>
                </a:lnTo>
                <a:lnTo>
                  <a:pt x="2867837" y="1368198"/>
                </a:lnTo>
                <a:lnTo>
                  <a:pt x="0" y="13681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150857" y="7019400"/>
            <a:ext cx="3217790" cy="671714"/>
          </a:xfrm>
          <a:custGeom>
            <a:avLst/>
            <a:gdLst/>
            <a:ahLst/>
            <a:cxnLst/>
            <a:rect r="r" b="b" t="t" l="l"/>
            <a:pathLst>
              <a:path h="671714" w="3217790">
                <a:moveTo>
                  <a:pt x="0" y="0"/>
                </a:moveTo>
                <a:lnTo>
                  <a:pt x="3217789" y="0"/>
                </a:lnTo>
                <a:lnTo>
                  <a:pt x="3217789" y="671714"/>
                </a:lnTo>
                <a:lnTo>
                  <a:pt x="0" y="6717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620338" y="6788589"/>
            <a:ext cx="3496151" cy="1133336"/>
          </a:xfrm>
          <a:custGeom>
            <a:avLst/>
            <a:gdLst/>
            <a:ahLst/>
            <a:cxnLst/>
            <a:rect r="r" b="b" t="t" l="l"/>
            <a:pathLst>
              <a:path h="1133336" w="3496151">
                <a:moveTo>
                  <a:pt x="0" y="0"/>
                </a:moveTo>
                <a:lnTo>
                  <a:pt x="3496151" y="0"/>
                </a:lnTo>
                <a:lnTo>
                  <a:pt x="3496151" y="1133336"/>
                </a:lnTo>
                <a:lnTo>
                  <a:pt x="0" y="11333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147318" y="1817706"/>
            <a:ext cx="599336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Resource</a:t>
            </a:r>
            <a:r>
              <a:rPr lang="en-US" b="true" sz="32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Page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90747" y="2703531"/>
            <a:ext cx="1170650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3A3A66"/>
                </a:solidFill>
                <a:latin typeface="Open Sauce"/>
                <a:ea typeface="Open Sauce"/>
                <a:cs typeface="Open Sauce"/>
                <a:sym typeface="Open Sauce"/>
              </a:rPr>
              <a:t>Use these icons and illustrations in your Canva Presentation.</a:t>
            </a:r>
          </a:p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3A3A66"/>
                </a:solidFill>
                <a:latin typeface="Open Sauce"/>
                <a:ea typeface="Open Sauce"/>
                <a:cs typeface="Open Sauce"/>
                <a:sym typeface="Open Sauce"/>
              </a:rPr>
              <a:t>Happy designing! Don’t forget to delete this page before presenting. </a:t>
            </a:r>
          </a:p>
        </p:txBody>
      </p:sp>
      <p:sp>
        <p:nvSpPr>
          <p:cNvPr name="AutoShape 17" id="17"/>
          <p:cNvSpPr/>
          <p:nvPr/>
        </p:nvSpPr>
        <p:spPr>
          <a:xfrm flipH="true" flipV="true">
            <a:off x="13477530" y="4421304"/>
            <a:ext cx="17325" cy="3455384"/>
          </a:xfrm>
          <a:prstGeom prst="line">
            <a:avLst/>
          </a:prstGeom>
          <a:ln cap="rnd" w="85725">
            <a:solidFill>
              <a:srgbClr val="F8BD0A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 flipV="true">
            <a:off x="13979499" y="4421304"/>
            <a:ext cx="17325" cy="3455384"/>
          </a:xfrm>
          <a:prstGeom prst="line">
            <a:avLst/>
          </a:prstGeom>
          <a:ln cap="rnd" w="85725">
            <a:solidFill>
              <a:srgbClr val="F8BD0A"/>
            </a:solidFill>
            <a:prstDash val="sysDash"/>
            <a:headEnd type="none" len="sm" w="sm"/>
            <a:tailEnd type="triangle" len="med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14438606" y="4427215"/>
            <a:ext cx="819096" cy="3443562"/>
            <a:chOff x="0" y="0"/>
            <a:chExt cx="272156" cy="11441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2156" cy="1144171"/>
            </a:xfrm>
            <a:custGeom>
              <a:avLst/>
              <a:gdLst/>
              <a:ahLst/>
              <a:cxnLst/>
              <a:rect r="r" b="b" t="t" l="l"/>
              <a:pathLst>
                <a:path h="1144171" w="272156">
                  <a:moveTo>
                    <a:pt x="94518" y="0"/>
                  </a:moveTo>
                  <a:lnTo>
                    <a:pt x="177638" y="0"/>
                  </a:lnTo>
                  <a:cubicBezTo>
                    <a:pt x="229839" y="0"/>
                    <a:pt x="272156" y="42317"/>
                    <a:pt x="272156" y="94518"/>
                  </a:cubicBezTo>
                  <a:lnTo>
                    <a:pt x="272156" y="1049653"/>
                  </a:lnTo>
                  <a:cubicBezTo>
                    <a:pt x="272156" y="1101853"/>
                    <a:pt x="229839" y="1144171"/>
                    <a:pt x="177638" y="1144171"/>
                  </a:cubicBezTo>
                  <a:lnTo>
                    <a:pt x="94518" y="1144171"/>
                  </a:lnTo>
                  <a:cubicBezTo>
                    <a:pt x="42317" y="1144171"/>
                    <a:pt x="0" y="1101853"/>
                    <a:pt x="0" y="1049653"/>
                  </a:cubicBezTo>
                  <a:lnTo>
                    <a:pt x="0" y="94518"/>
                  </a:lnTo>
                  <a:cubicBezTo>
                    <a:pt x="0" y="42317"/>
                    <a:pt x="42317" y="0"/>
                    <a:pt x="94518" y="0"/>
                  </a:cubicBezTo>
                  <a:close/>
                </a:path>
              </a:pathLst>
            </a:custGeom>
            <a:ln w="95250" cap="sq">
              <a:solidFill>
                <a:srgbClr val="F8525D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72156" cy="1163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52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80935" y="4496292"/>
            <a:ext cx="13524935" cy="10904479"/>
          </a:xfrm>
          <a:custGeom>
            <a:avLst/>
            <a:gdLst/>
            <a:ahLst/>
            <a:cxnLst/>
            <a:rect r="r" b="b" t="t" l="l"/>
            <a:pathLst>
              <a:path h="10904479" w="13524935">
                <a:moveTo>
                  <a:pt x="0" y="0"/>
                </a:moveTo>
                <a:lnTo>
                  <a:pt x="13524935" y="0"/>
                </a:lnTo>
                <a:lnTo>
                  <a:pt x="13524935" y="10904479"/>
                </a:lnTo>
                <a:lnTo>
                  <a:pt x="0" y="10904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6729" y="-2162148"/>
            <a:ext cx="11362052" cy="9160655"/>
          </a:xfrm>
          <a:custGeom>
            <a:avLst/>
            <a:gdLst/>
            <a:ahLst/>
            <a:cxnLst/>
            <a:rect r="r" b="b" t="t" l="l"/>
            <a:pathLst>
              <a:path h="9160655" w="11362052">
                <a:moveTo>
                  <a:pt x="0" y="0"/>
                </a:moveTo>
                <a:lnTo>
                  <a:pt x="11362052" y="0"/>
                </a:lnTo>
                <a:lnTo>
                  <a:pt x="11362052" y="9160654"/>
                </a:lnTo>
                <a:lnTo>
                  <a:pt x="0" y="9160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6285763">
            <a:off x="-503159" y="-189610"/>
            <a:ext cx="2485519" cy="4169382"/>
          </a:xfrm>
          <a:custGeom>
            <a:avLst/>
            <a:gdLst/>
            <a:ahLst/>
            <a:cxnLst/>
            <a:rect r="r" b="b" t="t" l="l"/>
            <a:pathLst>
              <a:path h="4169382" w="2485519">
                <a:moveTo>
                  <a:pt x="2485519" y="4169382"/>
                </a:moveTo>
                <a:lnTo>
                  <a:pt x="0" y="4169382"/>
                </a:lnTo>
                <a:lnTo>
                  <a:pt x="0" y="0"/>
                </a:lnTo>
                <a:lnTo>
                  <a:pt x="2485519" y="0"/>
                </a:lnTo>
                <a:lnTo>
                  <a:pt x="2485519" y="4169382"/>
                </a:lnTo>
                <a:close/>
              </a:path>
            </a:pathLst>
          </a:custGeom>
          <a:blipFill>
            <a:blip r:embed="rId3"/>
            <a:stretch>
              <a:fillRect l="-33638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857790">
            <a:off x="-1814049" y="3092295"/>
            <a:ext cx="6832587" cy="1204244"/>
          </a:xfrm>
          <a:custGeom>
            <a:avLst/>
            <a:gdLst/>
            <a:ahLst/>
            <a:cxnLst/>
            <a:rect r="r" b="b" t="t" l="l"/>
            <a:pathLst>
              <a:path h="1204244" w="6832587">
                <a:moveTo>
                  <a:pt x="0" y="0"/>
                </a:moveTo>
                <a:lnTo>
                  <a:pt x="6832588" y="0"/>
                </a:lnTo>
                <a:lnTo>
                  <a:pt x="6832588" y="1204244"/>
                </a:lnTo>
                <a:lnTo>
                  <a:pt x="0" y="12042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849501">
            <a:off x="11498842" y="8866457"/>
            <a:ext cx="3953468" cy="2188998"/>
          </a:xfrm>
          <a:custGeom>
            <a:avLst/>
            <a:gdLst/>
            <a:ahLst/>
            <a:cxnLst/>
            <a:rect r="r" b="b" t="t" l="l"/>
            <a:pathLst>
              <a:path h="2188998" w="3953468">
                <a:moveTo>
                  <a:pt x="0" y="0"/>
                </a:moveTo>
                <a:lnTo>
                  <a:pt x="3953468" y="0"/>
                </a:lnTo>
                <a:lnTo>
                  <a:pt x="3953468" y="2188999"/>
                </a:lnTo>
                <a:lnTo>
                  <a:pt x="0" y="2188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5356" t="-354636" r="-37669" b="-117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643006" y="4511581"/>
            <a:ext cx="7001989" cy="1263838"/>
            <a:chOff x="0" y="0"/>
            <a:chExt cx="2480204" cy="4476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80204" cy="447670"/>
            </a:xfrm>
            <a:custGeom>
              <a:avLst/>
              <a:gdLst/>
              <a:ahLst/>
              <a:cxnLst/>
              <a:rect r="r" b="b" t="t" l="l"/>
              <a:pathLst>
                <a:path h="447670" w="2480204">
                  <a:moveTo>
                    <a:pt x="33170" y="0"/>
                  </a:moveTo>
                  <a:lnTo>
                    <a:pt x="2447034" y="0"/>
                  </a:lnTo>
                  <a:cubicBezTo>
                    <a:pt x="2465354" y="0"/>
                    <a:pt x="2480204" y="14851"/>
                    <a:pt x="2480204" y="33170"/>
                  </a:cubicBezTo>
                  <a:lnTo>
                    <a:pt x="2480204" y="414499"/>
                  </a:lnTo>
                  <a:cubicBezTo>
                    <a:pt x="2480204" y="432819"/>
                    <a:pt x="2465354" y="447670"/>
                    <a:pt x="2447034" y="447670"/>
                  </a:cubicBezTo>
                  <a:lnTo>
                    <a:pt x="33170" y="447670"/>
                  </a:lnTo>
                  <a:cubicBezTo>
                    <a:pt x="14851" y="447670"/>
                    <a:pt x="0" y="432819"/>
                    <a:pt x="0" y="414499"/>
                  </a:cubicBezTo>
                  <a:lnTo>
                    <a:pt x="0" y="33170"/>
                  </a:lnTo>
                  <a:cubicBezTo>
                    <a:pt x="0" y="14851"/>
                    <a:pt x="14851" y="0"/>
                    <a:pt x="33170" y="0"/>
                  </a:cubicBezTo>
                  <a:close/>
                </a:path>
              </a:pathLst>
            </a:custGeom>
            <a:solidFill>
              <a:srgbClr val="F8525D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480204" cy="476245"/>
            </a:xfrm>
            <a:prstGeom prst="rect">
              <a:avLst/>
            </a:prstGeom>
          </p:spPr>
          <p:txBody>
            <a:bodyPr anchor="ctr" rtlCol="false" tIns="238260" lIns="238260" bIns="238260" rIns="238260"/>
            <a:lstStyle/>
            <a:p>
              <a:pPr algn="ctr" marL="0" indent="0" lvl="0">
                <a:lnSpc>
                  <a:spcPts val="2412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Try this background for online class.</a:t>
              </a:r>
            </a:p>
            <a:p>
              <a:pPr algn="ctr" marL="0" indent="0" lvl="0">
                <a:lnSpc>
                  <a:spcPts val="2412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*Please delete this section before downloading.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826299" y="1895081"/>
            <a:ext cx="1046195" cy="1046195"/>
          </a:xfrm>
          <a:custGeom>
            <a:avLst/>
            <a:gdLst/>
            <a:ahLst/>
            <a:cxnLst/>
            <a:rect r="r" b="b" t="t" l="l"/>
            <a:pathLst>
              <a:path h="1046195" w="1046195">
                <a:moveTo>
                  <a:pt x="0" y="0"/>
                </a:moveTo>
                <a:lnTo>
                  <a:pt x="1046195" y="0"/>
                </a:lnTo>
                <a:lnTo>
                  <a:pt x="1046195" y="1046196"/>
                </a:lnTo>
                <a:lnTo>
                  <a:pt x="0" y="1046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928253" y="879188"/>
            <a:ext cx="662094" cy="662094"/>
          </a:xfrm>
          <a:custGeom>
            <a:avLst/>
            <a:gdLst/>
            <a:ahLst/>
            <a:cxnLst/>
            <a:rect r="r" b="b" t="t" l="l"/>
            <a:pathLst>
              <a:path h="662094" w="662094">
                <a:moveTo>
                  <a:pt x="0" y="0"/>
                </a:moveTo>
                <a:lnTo>
                  <a:pt x="662094" y="0"/>
                </a:lnTo>
                <a:lnTo>
                  <a:pt x="662094" y="662094"/>
                </a:lnTo>
                <a:lnTo>
                  <a:pt x="0" y="6620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849574" y="9258300"/>
            <a:ext cx="662094" cy="662094"/>
          </a:xfrm>
          <a:custGeom>
            <a:avLst/>
            <a:gdLst/>
            <a:ahLst/>
            <a:cxnLst/>
            <a:rect r="r" b="b" t="t" l="l"/>
            <a:pathLst>
              <a:path h="662094" w="662094">
                <a:moveTo>
                  <a:pt x="0" y="0"/>
                </a:moveTo>
                <a:lnTo>
                  <a:pt x="662094" y="0"/>
                </a:lnTo>
                <a:lnTo>
                  <a:pt x="662094" y="662094"/>
                </a:lnTo>
                <a:lnTo>
                  <a:pt x="0" y="6620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4347910">
            <a:off x="10921107" y="-2270049"/>
            <a:ext cx="5905818" cy="4540097"/>
          </a:xfrm>
          <a:custGeom>
            <a:avLst/>
            <a:gdLst/>
            <a:ahLst/>
            <a:cxnLst/>
            <a:rect r="r" b="b" t="t" l="l"/>
            <a:pathLst>
              <a:path h="4540097" w="5905818">
                <a:moveTo>
                  <a:pt x="0" y="0"/>
                </a:moveTo>
                <a:lnTo>
                  <a:pt x="5905818" y="0"/>
                </a:lnTo>
                <a:lnTo>
                  <a:pt x="5905818" y="4540098"/>
                </a:lnTo>
                <a:lnTo>
                  <a:pt x="0" y="45400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89223" y="6715656"/>
            <a:ext cx="1738020" cy="3009558"/>
          </a:xfrm>
          <a:custGeom>
            <a:avLst/>
            <a:gdLst/>
            <a:ahLst/>
            <a:cxnLst/>
            <a:rect r="r" b="b" t="t" l="l"/>
            <a:pathLst>
              <a:path h="3009558" w="1738020">
                <a:moveTo>
                  <a:pt x="0" y="0"/>
                </a:moveTo>
                <a:lnTo>
                  <a:pt x="1738020" y="0"/>
                </a:lnTo>
                <a:lnTo>
                  <a:pt x="1738020" y="3009558"/>
                </a:lnTo>
                <a:lnTo>
                  <a:pt x="0" y="30095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517081">
            <a:off x="4001938" y="324457"/>
            <a:ext cx="7236094" cy="1275362"/>
          </a:xfrm>
          <a:custGeom>
            <a:avLst/>
            <a:gdLst/>
            <a:ahLst/>
            <a:cxnLst/>
            <a:rect r="r" b="b" t="t" l="l"/>
            <a:pathLst>
              <a:path h="1275362" w="7236094">
                <a:moveTo>
                  <a:pt x="0" y="0"/>
                </a:moveTo>
                <a:lnTo>
                  <a:pt x="7236095" y="0"/>
                </a:lnTo>
                <a:lnTo>
                  <a:pt x="7236095" y="1275361"/>
                </a:lnTo>
                <a:lnTo>
                  <a:pt x="0" y="1275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75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7968" y="1028700"/>
            <a:ext cx="14172063" cy="7894911"/>
            <a:chOff x="0" y="0"/>
            <a:chExt cx="5063964" cy="2821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3964" cy="2821011"/>
            </a:xfrm>
            <a:custGeom>
              <a:avLst/>
              <a:gdLst/>
              <a:ahLst/>
              <a:cxnLst/>
              <a:rect r="r" b="b" t="t" l="l"/>
              <a:pathLst>
                <a:path h="2821011" w="5063964">
                  <a:moveTo>
                    <a:pt x="10926" y="0"/>
                  </a:moveTo>
                  <a:lnTo>
                    <a:pt x="5053038" y="0"/>
                  </a:lnTo>
                  <a:cubicBezTo>
                    <a:pt x="5055936" y="0"/>
                    <a:pt x="5058715" y="1151"/>
                    <a:pt x="5060764" y="3200"/>
                  </a:cubicBezTo>
                  <a:cubicBezTo>
                    <a:pt x="5062813" y="5249"/>
                    <a:pt x="5063964" y="8028"/>
                    <a:pt x="5063964" y="10926"/>
                  </a:cubicBezTo>
                  <a:lnTo>
                    <a:pt x="5063964" y="2810085"/>
                  </a:lnTo>
                  <a:cubicBezTo>
                    <a:pt x="5063964" y="2812983"/>
                    <a:pt x="5062813" y="2815762"/>
                    <a:pt x="5060764" y="2817811"/>
                  </a:cubicBezTo>
                  <a:cubicBezTo>
                    <a:pt x="5058715" y="2819860"/>
                    <a:pt x="5055936" y="2821011"/>
                    <a:pt x="5053038" y="2821011"/>
                  </a:cubicBezTo>
                  <a:lnTo>
                    <a:pt x="10926" y="2821011"/>
                  </a:lnTo>
                  <a:cubicBezTo>
                    <a:pt x="8028" y="2821011"/>
                    <a:pt x="5249" y="2819860"/>
                    <a:pt x="3200" y="2817811"/>
                  </a:cubicBezTo>
                  <a:cubicBezTo>
                    <a:pt x="1151" y="2815762"/>
                    <a:pt x="0" y="2812983"/>
                    <a:pt x="0" y="2810085"/>
                  </a:cubicBezTo>
                  <a:lnTo>
                    <a:pt x="0" y="10926"/>
                  </a:lnTo>
                  <a:cubicBezTo>
                    <a:pt x="0" y="8028"/>
                    <a:pt x="1151" y="5249"/>
                    <a:pt x="3200" y="3200"/>
                  </a:cubicBezTo>
                  <a:cubicBezTo>
                    <a:pt x="5249" y="1151"/>
                    <a:pt x="8028" y="0"/>
                    <a:pt x="1092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063964" cy="2840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95210" y="2937937"/>
            <a:ext cx="976636" cy="961789"/>
            <a:chOff x="0" y="0"/>
            <a:chExt cx="348972" cy="3436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8972" cy="343667"/>
            </a:xfrm>
            <a:custGeom>
              <a:avLst/>
              <a:gdLst/>
              <a:ahLst/>
              <a:cxnLst/>
              <a:rect r="r" b="b" t="t" l="l"/>
              <a:pathLst>
                <a:path h="343667" w="348972">
                  <a:moveTo>
                    <a:pt x="158543" y="0"/>
                  </a:moveTo>
                  <a:lnTo>
                    <a:pt x="190429" y="0"/>
                  </a:lnTo>
                  <a:cubicBezTo>
                    <a:pt x="277990" y="0"/>
                    <a:pt x="348972" y="70982"/>
                    <a:pt x="348972" y="158543"/>
                  </a:cubicBezTo>
                  <a:lnTo>
                    <a:pt x="348972" y="185124"/>
                  </a:lnTo>
                  <a:cubicBezTo>
                    <a:pt x="348972" y="272685"/>
                    <a:pt x="277990" y="343667"/>
                    <a:pt x="190429" y="343667"/>
                  </a:cubicBezTo>
                  <a:lnTo>
                    <a:pt x="158543" y="343667"/>
                  </a:lnTo>
                  <a:cubicBezTo>
                    <a:pt x="70982" y="343667"/>
                    <a:pt x="0" y="272685"/>
                    <a:pt x="0" y="185124"/>
                  </a:cubicBezTo>
                  <a:lnTo>
                    <a:pt x="0" y="158543"/>
                  </a:lnTo>
                  <a:cubicBezTo>
                    <a:pt x="0" y="70982"/>
                    <a:pt x="70982" y="0"/>
                    <a:pt x="158543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348972" cy="3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B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97841" y="2937937"/>
            <a:ext cx="976636" cy="961789"/>
            <a:chOff x="0" y="0"/>
            <a:chExt cx="348972" cy="3436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8972" cy="343667"/>
            </a:xfrm>
            <a:custGeom>
              <a:avLst/>
              <a:gdLst/>
              <a:ahLst/>
              <a:cxnLst/>
              <a:rect r="r" b="b" t="t" l="l"/>
              <a:pathLst>
                <a:path h="343667" w="348972">
                  <a:moveTo>
                    <a:pt x="158543" y="0"/>
                  </a:moveTo>
                  <a:lnTo>
                    <a:pt x="190429" y="0"/>
                  </a:lnTo>
                  <a:cubicBezTo>
                    <a:pt x="277990" y="0"/>
                    <a:pt x="348972" y="70982"/>
                    <a:pt x="348972" y="158543"/>
                  </a:cubicBezTo>
                  <a:lnTo>
                    <a:pt x="348972" y="185124"/>
                  </a:lnTo>
                  <a:cubicBezTo>
                    <a:pt x="348972" y="272685"/>
                    <a:pt x="277990" y="343667"/>
                    <a:pt x="190429" y="343667"/>
                  </a:cubicBezTo>
                  <a:lnTo>
                    <a:pt x="158543" y="343667"/>
                  </a:lnTo>
                  <a:cubicBezTo>
                    <a:pt x="70982" y="343667"/>
                    <a:pt x="0" y="272685"/>
                    <a:pt x="0" y="185124"/>
                  </a:cubicBezTo>
                  <a:lnTo>
                    <a:pt x="0" y="158543"/>
                  </a:lnTo>
                  <a:cubicBezTo>
                    <a:pt x="0" y="70982"/>
                    <a:pt x="70982" y="0"/>
                    <a:pt x="158543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48972" cy="3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C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61671" y="2937937"/>
            <a:ext cx="3428488" cy="961789"/>
            <a:chOff x="0" y="0"/>
            <a:chExt cx="1225068" cy="3436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5068" cy="343667"/>
            </a:xfrm>
            <a:custGeom>
              <a:avLst/>
              <a:gdLst/>
              <a:ahLst/>
              <a:cxnLst/>
              <a:rect r="r" b="b" t="t" l="l"/>
              <a:pathLst>
                <a:path h="343667" w="1225068">
                  <a:moveTo>
                    <a:pt x="45162" y="0"/>
                  </a:moveTo>
                  <a:lnTo>
                    <a:pt x="1179906" y="0"/>
                  </a:lnTo>
                  <a:cubicBezTo>
                    <a:pt x="1204848" y="0"/>
                    <a:pt x="1225068" y="20220"/>
                    <a:pt x="1225068" y="45162"/>
                  </a:cubicBezTo>
                  <a:lnTo>
                    <a:pt x="1225068" y="298504"/>
                  </a:lnTo>
                  <a:cubicBezTo>
                    <a:pt x="1225068" y="310482"/>
                    <a:pt x="1220310" y="321969"/>
                    <a:pt x="1211840" y="330439"/>
                  </a:cubicBezTo>
                  <a:cubicBezTo>
                    <a:pt x="1203371" y="338909"/>
                    <a:pt x="1191883" y="343667"/>
                    <a:pt x="1179906" y="343667"/>
                  </a:cubicBezTo>
                  <a:lnTo>
                    <a:pt x="45162" y="343667"/>
                  </a:lnTo>
                  <a:cubicBezTo>
                    <a:pt x="20220" y="343667"/>
                    <a:pt x="0" y="323447"/>
                    <a:pt x="0" y="298504"/>
                  </a:cubicBezTo>
                  <a:lnTo>
                    <a:pt x="0" y="45162"/>
                  </a:lnTo>
                  <a:cubicBezTo>
                    <a:pt x="0" y="20220"/>
                    <a:pt x="20220" y="0"/>
                    <a:pt x="45162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225068" cy="3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3A3A66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 blur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764302" y="2937937"/>
            <a:ext cx="3428488" cy="961789"/>
            <a:chOff x="0" y="0"/>
            <a:chExt cx="1225068" cy="3436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25068" cy="343667"/>
            </a:xfrm>
            <a:custGeom>
              <a:avLst/>
              <a:gdLst/>
              <a:ahLst/>
              <a:cxnLst/>
              <a:rect r="r" b="b" t="t" l="l"/>
              <a:pathLst>
                <a:path h="343667" w="1225068">
                  <a:moveTo>
                    <a:pt x="45162" y="0"/>
                  </a:moveTo>
                  <a:lnTo>
                    <a:pt x="1179906" y="0"/>
                  </a:lnTo>
                  <a:cubicBezTo>
                    <a:pt x="1204848" y="0"/>
                    <a:pt x="1225068" y="20220"/>
                    <a:pt x="1225068" y="45162"/>
                  </a:cubicBezTo>
                  <a:lnTo>
                    <a:pt x="1225068" y="298504"/>
                  </a:lnTo>
                  <a:cubicBezTo>
                    <a:pt x="1225068" y="310482"/>
                    <a:pt x="1220310" y="321969"/>
                    <a:pt x="1211840" y="330439"/>
                  </a:cubicBezTo>
                  <a:cubicBezTo>
                    <a:pt x="1203371" y="338909"/>
                    <a:pt x="1191883" y="343667"/>
                    <a:pt x="1179906" y="343667"/>
                  </a:cubicBezTo>
                  <a:lnTo>
                    <a:pt x="45162" y="343667"/>
                  </a:lnTo>
                  <a:cubicBezTo>
                    <a:pt x="20220" y="343667"/>
                    <a:pt x="0" y="323447"/>
                    <a:pt x="0" y="298504"/>
                  </a:cubicBezTo>
                  <a:lnTo>
                    <a:pt x="0" y="45162"/>
                  </a:lnTo>
                  <a:cubicBezTo>
                    <a:pt x="0" y="20220"/>
                    <a:pt x="20220" y="0"/>
                    <a:pt x="45162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225068" cy="3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3A3A66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 confetti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261671" y="4146711"/>
            <a:ext cx="3428488" cy="961789"/>
            <a:chOff x="0" y="0"/>
            <a:chExt cx="1225068" cy="3436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5068" cy="343667"/>
            </a:xfrm>
            <a:custGeom>
              <a:avLst/>
              <a:gdLst/>
              <a:ahLst/>
              <a:cxnLst/>
              <a:rect r="r" b="b" t="t" l="l"/>
              <a:pathLst>
                <a:path h="343667" w="1225068">
                  <a:moveTo>
                    <a:pt x="45162" y="0"/>
                  </a:moveTo>
                  <a:lnTo>
                    <a:pt x="1179906" y="0"/>
                  </a:lnTo>
                  <a:cubicBezTo>
                    <a:pt x="1204848" y="0"/>
                    <a:pt x="1225068" y="20220"/>
                    <a:pt x="1225068" y="45162"/>
                  </a:cubicBezTo>
                  <a:lnTo>
                    <a:pt x="1225068" y="298504"/>
                  </a:lnTo>
                  <a:cubicBezTo>
                    <a:pt x="1225068" y="310482"/>
                    <a:pt x="1220310" y="321969"/>
                    <a:pt x="1211840" y="330439"/>
                  </a:cubicBezTo>
                  <a:cubicBezTo>
                    <a:pt x="1203371" y="338909"/>
                    <a:pt x="1191883" y="343667"/>
                    <a:pt x="1179906" y="343667"/>
                  </a:cubicBezTo>
                  <a:lnTo>
                    <a:pt x="45162" y="343667"/>
                  </a:lnTo>
                  <a:cubicBezTo>
                    <a:pt x="20220" y="343667"/>
                    <a:pt x="0" y="323447"/>
                    <a:pt x="0" y="298504"/>
                  </a:cubicBezTo>
                  <a:lnTo>
                    <a:pt x="0" y="45162"/>
                  </a:lnTo>
                  <a:cubicBezTo>
                    <a:pt x="0" y="20220"/>
                    <a:pt x="20220" y="0"/>
                    <a:pt x="45162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25068" cy="3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3A3A66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 a drumroll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64302" y="4146711"/>
            <a:ext cx="3428488" cy="961789"/>
            <a:chOff x="0" y="0"/>
            <a:chExt cx="1225068" cy="3436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25068" cy="343667"/>
            </a:xfrm>
            <a:custGeom>
              <a:avLst/>
              <a:gdLst/>
              <a:ahLst/>
              <a:cxnLst/>
              <a:rect r="r" b="b" t="t" l="l"/>
              <a:pathLst>
                <a:path h="343667" w="1225068">
                  <a:moveTo>
                    <a:pt x="45162" y="0"/>
                  </a:moveTo>
                  <a:lnTo>
                    <a:pt x="1179906" y="0"/>
                  </a:lnTo>
                  <a:cubicBezTo>
                    <a:pt x="1204848" y="0"/>
                    <a:pt x="1225068" y="20220"/>
                    <a:pt x="1225068" y="45162"/>
                  </a:cubicBezTo>
                  <a:lnTo>
                    <a:pt x="1225068" y="298504"/>
                  </a:lnTo>
                  <a:cubicBezTo>
                    <a:pt x="1225068" y="310482"/>
                    <a:pt x="1220310" y="321969"/>
                    <a:pt x="1211840" y="330439"/>
                  </a:cubicBezTo>
                  <a:cubicBezTo>
                    <a:pt x="1203371" y="338909"/>
                    <a:pt x="1191883" y="343667"/>
                    <a:pt x="1179906" y="343667"/>
                  </a:cubicBezTo>
                  <a:lnTo>
                    <a:pt x="45162" y="343667"/>
                  </a:lnTo>
                  <a:cubicBezTo>
                    <a:pt x="20220" y="343667"/>
                    <a:pt x="0" y="323447"/>
                    <a:pt x="0" y="298504"/>
                  </a:cubicBezTo>
                  <a:lnTo>
                    <a:pt x="0" y="45162"/>
                  </a:lnTo>
                  <a:cubicBezTo>
                    <a:pt x="0" y="20220"/>
                    <a:pt x="20220" y="0"/>
                    <a:pt x="45162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225068" cy="3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3A3A66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 mic drop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61671" y="5355486"/>
            <a:ext cx="3428488" cy="961789"/>
            <a:chOff x="0" y="0"/>
            <a:chExt cx="1225068" cy="34366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25068" cy="343667"/>
            </a:xfrm>
            <a:custGeom>
              <a:avLst/>
              <a:gdLst/>
              <a:ahLst/>
              <a:cxnLst/>
              <a:rect r="r" b="b" t="t" l="l"/>
              <a:pathLst>
                <a:path h="343667" w="1225068">
                  <a:moveTo>
                    <a:pt x="45162" y="0"/>
                  </a:moveTo>
                  <a:lnTo>
                    <a:pt x="1179906" y="0"/>
                  </a:lnTo>
                  <a:cubicBezTo>
                    <a:pt x="1204848" y="0"/>
                    <a:pt x="1225068" y="20220"/>
                    <a:pt x="1225068" y="45162"/>
                  </a:cubicBezTo>
                  <a:lnTo>
                    <a:pt x="1225068" y="298504"/>
                  </a:lnTo>
                  <a:cubicBezTo>
                    <a:pt x="1225068" y="310482"/>
                    <a:pt x="1220310" y="321969"/>
                    <a:pt x="1211840" y="330439"/>
                  </a:cubicBezTo>
                  <a:cubicBezTo>
                    <a:pt x="1203371" y="338909"/>
                    <a:pt x="1191883" y="343667"/>
                    <a:pt x="1179906" y="343667"/>
                  </a:cubicBezTo>
                  <a:lnTo>
                    <a:pt x="45162" y="343667"/>
                  </a:lnTo>
                  <a:cubicBezTo>
                    <a:pt x="20220" y="343667"/>
                    <a:pt x="0" y="323447"/>
                    <a:pt x="0" y="298504"/>
                  </a:cubicBezTo>
                  <a:lnTo>
                    <a:pt x="0" y="45162"/>
                  </a:lnTo>
                  <a:cubicBezTo>
                    <a:pt x="0" y="20220"/>
                    <a:pt x="20220" y="0"/>
                    <a:pt x="45162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225068" cy="3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3A3A66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 bubbles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764302" y="5355486"/>
            <a:ext cx="3428488" cy="961789"/>
            <a:chOff x="0" y="0"/>
            <a:chExt cx="1225068" cy="3436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25068" cy="343667"/>
            </a:xfrm>
            <a:custGeom>
              <a:avLst/>
              <a:gdLst/>
              <a:ahLst/>
              <a:cxnLst/>
              <a:rect r="r" b="b" t="t" l="l"/>
              <a:pathLst>
                <a:path h="343667" w="1225068">
                  <a:moveTo>
                    <a:pt x="45162" y="0"/>
                  </a:moveTo>
                  <a:lnTo>
                    <a:pt x="1179906" y="0"/>
                  </a:lnTo>
                  <a:cubicBezTo>
                    <a:pt x="1204848" y="0"/>
                    <a:pt x="1225068" y="20220"/>
                    <a:pt x="1225068" y="45162"/>
                  </a:cubicBezTo>
                  <a:lnTo>
                    <a:pt x="1225068" y="298504"/>
                  </a:lnTo>
                  <a:cubicBezTo>
                    <a:pt x="1225068" y="310482"/>
                    <a:pt x="1220310" y="321969"/>
                    <a:pt x="1211840" y="330439"/>
                  </a:cubicBezTo>
                  <a:cubicBezTo>
                    <a:pt x="1203371" y="338909"/>
                    <a:pt x="1191883" y="343667"/>
                    <a:pt x="1179906" y="343667"/>
                  </a:cubicBezTo>
                  <a:lnTo>
                    <a:pt x="45162" y="343667"/>
                  </a:lnTo>
                  <a:cubicBezTo>
                    <a:pt x="20220" y="343667"/>
                    <a:pt x="0" y="323447"/>
                    <a:pt x="0" y="298504"/>
                  </a:cubicBezTo>
                  <a:lnTo>
                    <a:pt x="0" y="45162"/>
                  </a:lnTo>
                  <a:cubicBezTo>
                    <a:pt x="0" y="20220"/>
                    <a:pt x="20220" y="0"/>
                    <a:pt x="45162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225068" cy="3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3A3A66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 quiet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261671" y="6564260"/>
            <a:ext cx="3428488" cy="961789"/>
            <a:chOff x="0" y="0"/>
            <a:chExt cx="1225068" cy="3436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25068" cy="343667"/>
            </a:xfrm>
            <a:custGeom>
              <a:avLst/>
              <a:gdLst/>
              <a:ahLst/>
              <a:cxnLst/>
              <a:rect r="r" b="b" t="t" l="l"/>
              <a:pathLst>
                <a:path h="343667" w="1225068">
                  <a:moveTo>
                    <a:pt x="45162" y="0"/>
                  </a:moveTo>
                  <a:lnTo>
                    <a:pt x="1179906" y="0"/>
                  </a:lnTo>
                  <a:cubicBezTo>
                    <a:pt x="1204848" y="0"/>
                    <a:pt x="1225068" y="20220"/>
                    <a:pt x="1225068" y="45162"/>
                  </a:cubicBezTo>
                  <a:lnTo>
                    <a:pt x="1225068" y="298504"/>
                  </a:lnTo>
                  <a:cubicBezTo>
                    <a:pt x="1225068" y="310482"/>
                    <a:pt x="1220310" y="321969"/>
                    <a:pt x="1211840" y="330439"/>
                  </a:cubicBezTo>
                  <a:cubicBezTo>
                    <a:pt x="1203371" y="338909"/>
                    <a:pt x="1191883" y="343667"/>
                    <a:pt x="1179906" y="343667"/>
                  </a:cubicBezTo>
                  <a:lnTo>
                    <a:pt x="45162" y="343667"/>
                  </a:lnTo>
                  <a:cubicBezTo>
                    <a:pt x="20220" y="343667"/>
                    <a:pt x="0" y="323447"/>
                    <a:pt x="0" y="298504"/>
                  </a:cubicBezTo>
                  <a:lnTo>
                    <a:pt x="0" y="45162"/>
                  </a:lnTo>
                  <a:cubicBezTo>
                    <a:pt x="0" y="20220"/>
                    <a:pt x="20220" y="0"/>
                    <a:pt x="45162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225068" cy="3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3A3A66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 unveil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97841" y="6564260"/>
            <a:ext cx="4594949" cy="1353976"/>
            <a:chOff x="0" y="0"/>
            <a:chExt cx="1641868" cy="4838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41868" cy="483803"/>
            </a:xfrm>
            <a:custGeom>
              <a:avLst/>
              <a:gdLst/>
              <a:ahLst/>
              <a:cxnLst/>
              <a:rect r="r" b="b" t="t" l="l"/>
              <a:pathLst>
                <a:path h="483803" w="1641868">
                  <a:moveTo>
                    <a:pt x="33698" y="0"/>
                  </a:moveTo>
                  <a:lnTo>
                    <a:pt x="1608170" y="0"/>
                  </a:lnTo>
                  <a:cubicBezTo>
                    <a:pt x="1626781" y="0"/>
                    <a:pt x="1641868" y="15087"/>
                    <a:pt x="1641868" y="33698"/>
                  </a:cubicBezTo>
                  <a:lnTo>
                    <a:pt x="1641868" y="450105"/>
                  </a:lnTo>
                  <a:cubicBezTo>
                    <a:pt x="1641868" y="468716"/>
                    <a:pt x="1626781" y="483803"/>
                    <a:pt x="1608170" y="483803"/>
                  </a:cubicBezTo>
                  <a:lnTo>
                    <a:pt x="33698" y="483803"/>
                  </a:lnTo>
                  <a:cubicBezTo>
                    <a:pt x="15087" y="483803"/>
                    <a:pt x="0" y="468716"/>
                    <a:pt x="0" y="450105"/>
                  </a:cubicBezTo>
                  <a:lnTo>
                    <a:pt x="0" y="33698"/>
                  </a:lnTo>
                  <a:cubicBezTo>
                    <a:pt x="0" y="15087"/>
                    <a:pt x="15087" y="0"/>
                    <a:pt x="33698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641868" cy="493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Any number from</a:t>
              </a:r>
            </a:p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0-9 </a:t>
              </a:r>
              <a:r>
                <a:rPr lang="en-US" sz="3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 a timer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095210" y="4146711"/>
            <a:ext cx="976636" cy="961789"/>
            <a:chOff x="0" y="0"/>
            <a:chExt cx="348972" cy="3436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8972" cy="343667"/>
            </a:xfrm>
            <a:custGeom>
              <a:avLst/>
              <a:gdLst/>
              <a:ahLst/>
              <a:cxnLst/>
              <a:rect r="r" b="b" t="t" l="l"/>
              <a:pathLst>
                <a:path h="343667" w="348972">
                  <a:moveTo>
                    <a:pt x="158543" y="0"/>
                  </a:moveTo>
                  <a:lnTo>
                    <a:pt x="190429" y="0"/>
                  </a:lnTo>
                  <a:cubicBezTo>
                    <a:pt x="277990" y="0"/>
                    <a:pt x="348972" y="70982"/>
                    <a:pt x="348972" y="158543"/>
                  </a:cubicBezTo>
                  <a:lnTo>
                    <a:pt x="348972" y="185124"/>
                  </a:lnTo>
                  <a:cubicBezTo>
                    <a:pt x="348972" y="272685"/>
                    <a:pt x="277990" y="343667"/>
                    <a:pt x="190429" y="343667"/>
                  </a:cubicBezTo>
                  <a:lnTo>
                    <a:pt x="158543" y="343667"/>
                  </a:lnTo>
                  <a:cubicBezTo>
                    <a:pt x="70982" y="343667"/>
                    <a:pt x="0" y="272685"/>
                    <a:pt x="0" y="185124"/>
                  </a:cubicBezTo>
                  <a:lnTo>
                    <a:pt x="0" y="158543"/>
                  </a:lnTo>
                  <a:cubicBezTo>
                    <a:pt x="0" y="70982"/>
                    <a:pt x="70982" y="0"/>
                    <a:pt x="158543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48972" cy="3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97841" y="4146711"/>
            <a:ext cx="976636" cy="961789"/>
            <a:chOff x="0" y="0"/>
            <a:chExt cx="348972" cy="34366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8972" cy="343667"/>
            </a:xfrm>
            <a:custGeom>
              <a:avLst/>
              <a:gdLst/>
              <a:ahLst/>
              <a:cxnLst/>
              <a:rect r="r" b="b" t="t" l="l"/>
              <a:pathLst>
                <a:path h="343667" w="348972">
                  <a:moveTo>
                    <a:pt x="158543" y="0"/>
                  </a:moveTo>
                  <a:lnTo>
                    <a:pt x="190429" y="0"/>
                  </a:lnTo>
                  <a:cubicBezTo>
                    <a:pt x="277990" y="0"/>
                    <a:pt x="348972" y="70982"/>
                    <a:pt x="348972" y="158543"/>
                  </a:cubicBezTo>
                  <a:lnTo>
                    <a:pt x="348972" y="185124"/>
                  </a:lnTo>
                  <a:cubicBezTo>
                    <a:pt x="348972" y="272685"/>
                    <a:pt x="277990" y="343667"/>
                    <a:pt x="190429" y="343667"/>
                  </a:cubicBezTo>
                  <a:lnTo>
                    <a:pt x="158543" y="343667"/>
                  </a:lnTo>
                  <a:cubicBezTo>
                    <a:pt x="70982" y="343667"/>
                    <a:pt x="0" y="272685"/>
                    <a:pt x="0" y="185124"/>
                  </a:cubicBezTo>
                  <a:lnTo>
                    <a:pt x="0" y="158543"/>
                  </a:lnTo>
                  <a:cubicBezTo>
                    <a:pt x="0" y="70982"/>
                    <a:pt x="70982" y="0"/>
                    <a:pt x="158543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348972" cy="3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M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095210" y="5355486"/>
            <a:ext cx="976636" cy="961789"/>
            <a:chOff x="0" y="0"/>
            <a:chExt cx="348972" cy="34366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8972" cy="343667"/>
            </a:xfrm>
            <a:custGeom>
              <a:avLst/>
              <a:gdLst/>
              <a:ahLst/>
              <a:cxnLst/>
              <a:rect r="r" b="b" t="t" l="l"/>
              <a:pathLst>
                <a:path h="343667" w="348972">
                  <a:moveTo>
                    <a:pt x="158543" y="0"/>
                  </a:moveTo>
                  <a:lnTo>
                    <a:pt x="190429" y="0"/>
                  </a:lnTo>
                  <a:cubicBezTo>
                    <a:pt x="277990" y="0"/>
                    <a:pt x="348972" y="70982"/>
                    <a:pt x="348972" y="158543"/>
                  </a:cubicBezTo>
                  <a:lnTo>
                    <a:pt x="348972" y="185124"/>
                  </a:lnTo>
                  <a:cubicBezTo>
                    <a:pt x="348972" y="272685"/>
                    <a:pt x="277990" y="343667"/>
                    <a:pt x="190429" y="343667"/>
                  </a:cubicBezTo>
                  <a:lnTo>
                    <a:pt x="158543" y="343667"/>
                  </a:lnTo>
                  <a:cubicBezTo>
                    <a:pt x="70982" y="343667"/>
                    <a:pt x="0" y="272685"/>
                    <a:pt x="0" y="185124"/>
                  </a:cubicBezTo>
                  <a:lnTo>
                    <a:pt x="0" y="158543"/>
                  </a:lnTo>
                  <a:cubicBezTo>
                    <a:pt x="0" y="70982"/>
                    <a:pt x="70982" y="0"/>
                    <a:pt x="158543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48972" cy="3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597841" y="5355486"/>
            <a:ext cx="976636" cy="961789"/>
            <a:chOff x="0" y="0"/>
            <a:chExt cx="348972" cy="34366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8972" cy="343667"/>
            </a:xfrm>
            <a:custGeom>
              <a:avLst/>
              <a:gdLst/>
              <a:ahLst/>
              <a:cxnLst/>
              <a:rect r="r" b="b" t="t" l="l"/>
              <a:pathLst>
                <a:path h="343667" w="348972">
                  <a:moveTo>
                    <a:pt x="158543" y="0"/>
                  </a:moveTo>
                  <a:lnTo>
                    <a:pt x="190429" y="0"/>
                  </a:lnTo>
                  <a:cubicBezTo>
                    <a:pt x="277990" y="0"/>
                    <a:pt x="348972" y="70982"/>
                    <a:pt x="348972" y="158543"/>
                  </a:cubicBezTo>
                  <a:lnTo>
                    <a:pt x="348972" y="185124"/>
                  </a:lnTo>
                  <a:cubicBezTo>
                    <a:pt x="348972" y="272685"/>
                    <a:pt x="277990" y="343667"/>
                    <a:pt x="190429" y="343667"/>
                  </a:cubicBezTo>
                  <a:lnTo>
                    <a:pt x="158543" y="343667"/>
                  </a:lnTo>
                  <a:cubicBezTo>
                    <a:pt x="70982" y="343667"/>
                    <a:pt x="0" y="272685"/>
                    <a:pt x="0" y="185124"/>
                  </a:cubicBezTo>
                  <a:lnTo>
                    <a:pt x="0" y="158543"/>
                  </a:lnTo>
                  <a:cubicBezTo>
                    <a:pt x="0" y="70982"/>
                    <a:pt x="70982" y="0"/>
                    <a:pt x="158543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348972" cy="3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Q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095210" y="6564260"/>
            <a:ext cx="976636" cy="961789"/>
            <a:chOff x="0" y="0"/>
            <a:chExt cx="348972" cy="34366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8972" cy="343667"/>
            </a:xfrm>
            <a:custGeom>
              <a:avLst/>
              <a:gdLst/>
              <a:ahLst/>
              <a:cxnLst/>
              <a:rect r="r" b="b" t="t" l="l"/>
              <a:pathLst>
                <a:path h="343667" w="348972">
                  <a:moveTo>
                    <a:pt x="158543" y="0"/>
                  </a:moveTo>
                  <a:lnTo>
                    <a:pt x="190429" y="0"/>
                  </a:lnTo>
                  <a:cubicBezTo>
                    <a:pt x="277990" y="0"/>
                    <a:pt x="348972" y="70982"/>
                    <a:pt x="348972" y="158543"/>
                  </a:cubicBezTo>
                  <a:lnTo>
                    <a:pt x="348972" y="185124"/>
                  </a:lnTo>
                  <a:cubicBezTo>
                    <a:pt x="348972" y="272685"/>
                    <a:pt x="277990" y="343667"/>
                    <a:pt x="190429" y="343667"/>
                  </a:cubicBezTo>
                  <a:lnTo>
                    <a:pt x="158543" y="343667"/>
                  </a:lnTo>
                  <a:cubicBezTo>
                    <a:pt x="70982" y="343667"/>
                    <a:pt x="0" y="272685"/>
                    <a:pt x="0" y="185124"/>
                  </a:cubicBezTo>
                  <a:lnTo>
                    <a:pt x="0" y="158543"/>
                  </a:lnTo>
                  <a:cubicBezTo>
                    <a:pt x="0" y="70982"/>
                    <a:pt x="70982" y="0"/>
                    <a:pt x="158543" y="0"/>
                  </a:cubicBezTo>
                  <a:close/>
                </a:path>
              </a:pathLst>
            </a:custGeom>
            <a:solidFill>
              <a:srgbClr val="F8525D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48972" cy="3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U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185" t="0" r="-185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3545734" y="1825999"/>
            <a:ext cx="1119653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80"/>
              </a:lnSpc>
              <a:spcBef>
                <a:spcPct val="0"/>
              </a:spcBef>
            </a:pPr>
            <a:r>
              <a:rPr lang="en-US" b="true" sz="3400">
                <a:solidFill>
                  <a:srgbClr val="3A3A6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Press these keys </a:t>
            </a:r>
            <a:r>
              <a:rPr lang="en-US" b="true" sz="3400">
                <a:solidFill>
                  <a:srgbClr val="3A3A6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while on Present mode!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DAHKAvyZ6KU</dc:identifier>
  <dcterms:modified xsi:type="dcterms:W3CDTF">2011-08-01T06:04:30Z</dcterms:modified>
  <cp:revision>1</cp:revision>
  <dc:title>Your paragraph text</dc:title>
</cp:coreProperties>
</file>