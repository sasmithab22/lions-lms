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18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5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5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28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8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5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5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6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7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6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3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90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4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1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75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45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9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Interactive English Arena!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Theme: Language, Identity &amp; Communication</a:t>
            </a:r>
          </a:p>
          <a:p>
            <a:r>
              <a:t>Two engaging prose lessons</a:t>
            </a:r>
          </a:p>
          <a:p>
            <a:r>
              <a:t>Think • Speak • Vote • Compete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Icebreaker: If Languages Could Speak…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Mentimeter Activity: Word Cloud</a:t>
            </a:r>
          </a:p>
          <a:p>
            <a:r>
              <a:t>Question: What feeling comes to your mind when you hear your mother tongue?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Last Lesson —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during Franco-Prussian War</a:t>
            </a:r>
          </a:p>
          <a:p>
            <a:r>
              <a:t>Alsace &amp; Lorraine taken by Prussia</a:t>
            </a:r>
          </a:p>
          <a:p>
            <a:r>
              <a:t>French replaced by German</a:t>
            </a:r>
          </a:p>
          <a:p>
            <a:r>
              <a:t>Language becomes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Franz → careless student</a:t>
            </a:r>
          </a:p>
          <a:p>
            <a:r>
              <a:t>M. Hamel → devoted teacher</a:t>
            </a:r>
          </a:p>
          <a:p>
            <a:r>
              <a:t>Villagers → emotional learners</a:t>
            </a:r>
          </a:p>
          <a:p>
            <a:r>
              <a:t>Theme → regret &amp; patriotism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Feel Franz’s Emotions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Mentimeter Scale Rating Activity</a:t>
            </a:r>
          </a:p>
          <a:p>
            <a:r>
              <a:t>How guilty do you think Franz felt after hearing it was the last French lesson?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Love for one’s language</a:t>
            </a:r>
          </a:p>
          <a:p>
            <a:r>
              <a:rPr dirty="0"/>
              <a:t>Power of education</a:t>
            </a:r>
          </a:p>
          <a:p>
            <a:r>
              <a:rPr dirty="0"/>
              <a:t>Regret and lost opportunities</a:t>
            </a:r>
          </a:p>
          <a:p>
            <a:r>
              <a:rPr dirty="0"/>
              <a:t>Patriotism through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Interactive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Knowledge Check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Quiz Question: Why did M. Hamel wear his special clothes?</a:t>
            </a:r>
          </a:p>
          <a:p>
            <a:r>
              <a:t>A. Festival</a:t>
            </a:r>
          </a:p>
          <a:p>
            <a:r>
              <a:t>B. Inspection day</a:t>
            </a:r>
          </a:p>
          <a:p>
            <a:r>
              <a:t>C. Last lesson</a:t>
            </a:r>
          </a:p>
          <a:p>
            <a:r>
              <a:t>D. Marriage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language disappear if people stop speaking it?</a:t>
            </a:r>
          </a:p>
          <a:p>
            <a:r>
              <a:t>Mentimeter Open-ended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Interview —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Interviews reveal personalities</a:t>
            </a:r>
          </a:p>
          <a:p>
            <a:r>
              <a:t>Media shapes public opinion</a:t>
            </a:r>
          </a:p>
          <a:p>
            <a:r>
              <a:t>Interview = communication tool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Umberto Eco — The Intellectual Writer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Italian novelist &amp; scholar</a:t>
            </a:r>
          </a:p>
          <a:p>
            <a:r>
              <a:t>Wrote The Name of the Rose</a:t>
            </a:r>
          </a:p>
          <a:p>
            <a:r>
              <a:t>Used time productively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you could interview any famous person, who would it be and why?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Views About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find interviews intrusive</a:t>
            </a:r>
          </a:p>
          <a:p>
            <a:r>
              <a:t>Others see them as informative</a:t>
            </a:r>
          </a:p>
          <a:p>
            <a:r>
              <a:t>Public image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did Umberto Eco call empty moments used productively?</a:t>
            </a:r>
          </a:p>
          <a:p>
            <a:r>
              <a:t>A. Intervals</a:t>
            </a:r>
          </a:p>
          <a:p>
            <a:r>
              <a:t>B. Interstices</a:t>
            </a:r>
          </a:p>
          <a:p>
            <a:r>
              <a:t>C. Fragments</a:t>
            </a:r>
          </a:p>
          <a:p>
            <a:r>
              <a:t>D. Pauses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Gamified Activity: Fact or Fake?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statement is TRUE?</a:t>
            </a:r>
          </a:p>
          <a:p>
            <a:r>
              <a:t>Language reflects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Application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ONE powerful interview question for:</a:t>
            </a:r>
          </a:p>
          <a:p>
            <a:r>
              <a:t>Teacher / Celebrity / Politician / Sportsperson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 Power-Up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Linguistic chauvinism</a:t>
            </a:r>
          </a:p>
          <a:p>
            <a:r>
              <a:t>Patriotism</a:t>
            </a:r>
          </a:p>
          <a:p>
            <a:r>
              <a:t>Intrusive</a:t>
            </a:r>
          </a:p>
          <a:p>
            <a:r>
              <a:t>Interstices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inspired you more?</a:t>
            </a:r>
          </a:p>
          <a:p>
            <a:r>
              <a:t>Franz / M. Hamel / Umberto Eco / Interviewers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Storytelling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Franz learns value of language</a:t>
            </a:r>
          </a:p>
          <a:p>
            <a:r>
              <a:t>M. Hamel teaches with emotion</a:t>
            </a:r>
          </a:p>
          <a:p>
            <a:r>
              <a:t>Eco values productive thinking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ONE lesson you learned today?</a:t>
            </a:r>
          </a:p>
          <a:p>
            <a:r>
              <a:t>Mentimeter Word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Recap &amp; 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 preserves identity</a:t>
            </a:r>
          </a:p>
          <a:p>
            <a:r>
              <a:t>Education should be valued</a:t>
            </a:r>
          </a:p>
          <a:p>
            <a:r>
              <a:t>Homework: Diary entry as Franz + conduct an interview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57200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Interactive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400</Words>
  <Application>Microsoft Office PowerPoint</Application>
  <PresentationFormat>On-screen Show (4:3)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Ion Boardroom</vt:lpstr>
      <vt:lpstr>Welcome to the Interactive English Arena!</vt:lpstr>
      <vt:lpstr>Icebreaker: If Languages Could Speak…</vt:lpstr>
      <vt:lpstr>The Last Lesson — Background</vt:lpstr>
      <vt:lpstr>Meet the Characters</vt:lpstr>
      <vt:lpstr>Feel Franz’s Emotions</vt:lpstr>
      <vt:lpstr>Important Themes</vt:lpstr>
      <vt:lpstr>Quick Knowledge Check #1</vt:lpstr>
      <vt:lpstr>Classroom Discussion</vt:lpstr>
      <vt:lpstr>The Interview — Introduction</vt:lpstr>
      <vt:lpstr>Umberto Eco — The Intellectual Writer</vt:lpstr>
      <vt:lpstr>Interview Challenge</vt:lpstr>
      <vt:lpstr>Views About Interviews</vt:lpstr>
      <vt:lpstr>Knowledge Check #2</vt:lpstr>
      <vt:lpstr>Gamified Activity: Fact or Fake?</vt:lpstr>
      <vt:lpstr>Real-Life Application Activity</vt:lpstr>
      <vt:lpstr>Vocabulary Power-Up</vt:lpstr>
      <vt:lpstr>Character Connect</vt:lpstr>
      <vt:lpstr>Storytelling Recap</vt:lpstr>
      <vt:lpstr>Exit Ticket</vt:lpstr>
      <vt:lpstr>Lesson Recap &amp; Homework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Sath hme</cp:lastModifiedBy>
  <cp:revision>2</cp:revision>
  <dcterms:created xsi:type="dcterms:W3CDTF">2013-01-27T09:14:16Z</dcterms:created>
  <dcterms:modified xsi:type="dcterms:W3CDTF">2026-05-14T15:03:49Z</dcterms:modified>
  <cp:category/>
</cp:coreProperties>
</file>