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Libre Baskerville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33.svg" Type="http://schemas.openxmlformats.org/officeDocument/2006/relationships/image"/><Relationship Id="rId8" Target="../media/aAHKAmiMVP8.m4a" Type="http://schemas.microsoft.com/office/2007/relationships/media"/><Relationship Id="rId9" Target="../media/aAHKAmiMVP8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8183">
            <a:off x="2673830" y="1738084"/>
            <a:ext cx="13022451" cy="4403956"/>
          </a:xfrm>
          <a:custGeom>
            <a:avLst/>
            <a:gdLst/>
            <a:ahLst/>
            <a:cxnLst/>
            <a:rect r="r" b="b" t="t" l="l"/>
            <a:pathLst>
              <a:path h="4403956" w="13022451">
                <a:moveTo>
                  <a:pt x="0" y="0"/>
                </a:moveTo>
                <a:lnTo>
                  <a:pt x="13022450" y="0"/>
                </a:lnTo>
                <a:lnTo>
                  <a:pt x="13022450" y="4403956"/>
                </a:lnTo>
                <a:lnTo>
                  <a:pt x="0" y="4403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35845" y="6327080"/>
            <a:ext cx="12216310" cy="3176241"/>
          </a:xfrm>
          <a:custGeom>
            <a:avLst/>
            <a:gdLst/>
            <a:ahLst/>
            <a:cxnLst/>
            <a:rect r="r" b="b" t="t" l="l"/>
            <a:pathLst>
              <a:path h="3176241" w="12216310">
                <a:moveTo>
                  <a:pt x="0" y="0"/>
                </a:moveTo>
                <a:lnTo>
                  <a:pt x="12216310" y="0"/>
                </a:lnTo>
                <a:lnTo>
                  <a:pt x="12216310" y="3176241"/>
                </a:lnTo>
                <a:lnTo>
                  <a:pt x="0" y="3176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70705" y="4645769"/>
            <a:ext cx="3260515" cy="5972772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035845" y="2701941"/>
            <a:ext cx="1229842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Punctuation Rules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13287" y="7424028"/>
            <a:ext cx="104614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Commas, Semicolons, Colons</a:t>
            </a:r>
          </a:p>
        </p:txBody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>
                  <p14:trim st="0.0000" end="5128.00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7"/>
                </p:tgtEl>
              </p:cBhvr>
            </p:cmd>
            <p:audio>
              <p:cMediaNode vol="100000" showWhenStopped="false">
                <p:cTn/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65546"/>
            <a:ext cx="7610655" cy="5592754"/>
            <a:chOff x="0" y="0"/>
            <a:chExt cx="2004452" cy="14729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4452" cy="1472989"/>
            </a:xfrm>
            <a:custGeom>
              <a:avLst/>
              <a:gdLst/>
              <a:ahLst/>
              <a:cxnLst/>
              <a:rect r="r" b="b" t="t" l="l"/>
              <a:pathLst>
                <a:path h="1472989" w="2004452">
                  <a:moveTo>
                    <a:pt x="51880" y="0"/>
                  </a:moveTo>
                  <a:lnTo>
                    <a:pt x="1952573" y="0"/>
                  </a:lnTo>
                  <a:cubicBezTo>
                    <a:pt x="1966332" y="0"/>
                    <a:pt x="1979528" y="5466"/>
                    <a:pt x="1989257" y="15195"/>
                  </a:cubicBezTo>
                  <a:cubicBezTo>
                    <a:pt x="1998987" y="24925"/>
                    <a:pt x="2004452" y="38120"/>
                    <a:pt x="2004452" y="51880"/>
                  </a:cubicBezTo>
                  <a:lnTo>
                    <a:pt x="2004452" y="1421109"/>
                  </a:lnTo>
                  <a:cubicBezTo>
                    <a:pt x="2004452" y="1449762"/>
                    <a:pt x="1981225" y="1472989"/>
                    <a:pt x="1952573" y="1472989"/>
                  </a:cubicBezTo>
                  <a:lnTo>
                    <a:pt x="51880" y="1472989"/>
                  </a:lnTo>
                  <a:cubicBezTo>
                    <a:pt x="23227" y="1472989"/>
                    <a:pt x="0" y="1449762"/>
                    <a:pt x="0" y="1421109"/>
                  </a:cubicBezTo>
                  <a:lnTo>
                    <a:pt x="0" y="51880"/>
                  </a:lnTo>
                  <a:cubicBezTo>
                    <a:pt x="0" y="23227"/>
                    <a:pt x="23227" y="0"/>
                    <a:pt x="51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4452" cy="1511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36325" y="1303844"/>
            <a:ext cx="6322975" cy="7518594"/>
            <a:chOff x="0" y="0"/>
            <a:chExt cx="1665310" cy="19802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5310" cy="1980206"/>
            </a:xfrm>
            <a:custGeom>
              <a:avLst/>
              <a:gdLst/>
              <a:ahLst/>
              <a:cxnLst/>
              <a:rect r="r" b="b" t="t" l="l"/>
              <a:pathLst>
                <a:path h="1980206" w="1665310">
                  <a:moveTo>
                    <a:pt x="62445" y="0"/>
                  </a:moveTo>
                  <a:lnTo>
                    <a:pt x="1602865" y="0"/>
                  </a:lnTo>
                  <a:cubicBezTo>
                    <a:pt x="1637353" y="0"/>
                    <a:pt x="1665310" y="27958"/>
                    <a:pt x="1665310" y="62445"/>
                  </a:cubicBezTo>
                  <a:lnTo>
                    <a:pt x="1665310" y="1917761"/>
                  </a:lnTo>
                  <a:cubicBezTo>
                    <a:pt x="1665310" y="1952248"/>
                    <a:pt x="1637353" y="1980206"/>
                    <a:pt x="1602865" y="1980206"/>
                  </a:cubicBezTo>
                  <a:lnTo>
                    <a:pt x="62445" y="1980206"/>
                  </a:lnTo>
                  <a:cubicBezTo>
                    <a:pt x="27958" y="1980206"/>
                    <a:pt x="0" y="1952248"/>
                    <a:pt x="0" y="1917761"/>
                  </a:cubicBezTo>
                  <a:lnTo>
                    <a:pt x="0" y="62445"/>
                  </a:lnTo>
                  <a:cubicBezTo>
                    <a:pt x="0" y="27958"/>
                    <a:pt x="27958" y="0"/>
                    <a:pt x="624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65310" cy="2018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211957" y="4141614"/>
            <a:ext cx="1413995" cy="4114800"/>
          </a:xfrm>
          <a:custGeom>
            <a:avLst/>
            <a:gdLst/>
            <a:ahLst/>
            <a:cxnLst/>
            <a:rect r="r" b="b" t="t" l="l"/>
            <a:pathLst>
              <a:path h="4114800" w="1413995">
                <a:moveTo>
                  <a:pt x="0" y="0"/>
                </a:moveTo>
                <a:lnTo>
                  <a:pt x="1413995" y="0"/>
                </a:lnTo>
                <a:lnTo>
                  <a:pt x="14139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25952" y="1779596"/>
            <a:ext cx="1593550" cy="2057400"/>
          </a:xfrm>
          <a:custGeom>
            <a:avLst/>
            <a:gdLst/>
            <a:ahLst/>
            <a:cxnLst/>
            <a:rect r="r" b="b" t="t" l="l"/>
            <a:pathLst>
              <a:path h="2057400" w="159355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245202" y="4141614"/>
            <a:ext cx="1370432" cy="3457848"/>
            <a:chOff x="0" y="0"/>
            <a:chExt cx="1827243" cy="4610463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1827243" cy="1874969"/>
            </a:xfrm>
            <a:custGeom>
              <a:avLst/>
              <a:gdLst/>
              <a:ahLst/>
              <a:cxnLst/>
              <a:rect r="r" b="b" t="t" l="l"/>
              <a:pathLst>
                <a:path h="1874969" w="1827243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true" rot="0">
              <a:off x="0" y="2735494"/>
              <a:ext cx="1827243" cy="1874969"/>
            </a:xfrm>
            <a:custGeom>
              <a:avLst/>
              <a:gdLst/>
              <a:ahLst/>
              <a:cxnLst/>
              <a:rect r="r" b="b" t="t" l="l"/>
              <a:pathLst>
                <a:path h="1874969" w="1827243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980381"/>
            <a:ext cx="9478744" cy="1208662"/>
            <a:chOff x="0" y="0"/>
            <a:chExt cx="2496459" cy="3183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96193" y="1723713"/>
            <a:ext cx="2185903" cy="4004245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02356" y="1093539"/>
            <a:ext cx="71882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Let’s 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4192" y="4074939"/>
            <a:ext cx="679967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usage of commas, semicolons, and colons in sentence writing is very important!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2356" y="6475874"/>
            <a:ext cx="679967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 will look at the incorrect and correct way to use these punctuation marks in sentences.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185593"/>
            <a:chOff x="0" y="0"/>
            <a:chExt cx="2660102" cy="1629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629127"/>
            </a:xfrm>
            <a:custGeom>
              <a:avLst/>
              <a:gdLst/>
              <a:ahLst/>
              <a:cxnLst/>
              <a:rect r="r" b="b" t="t" l="l"/>
              <a:pathLst>
                <a:path h="1629127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590035"/>
                  </a:lnTo>
                  <a:cubicBezTo>
                    <a:pt x="2660102" y="1600403"/>
                    <a:pt x="2655983" y="1610346"/>
                    <a:pt x="2648652" y="1617677"/>
                  </a:cubicBezTo>
                  <a:cubicBezTo>
                    <a:pt x="2641321" y="1625009"/>
                    <a:pt x="2631377" y="1629127"/>
                    <a:pt x="2621009" y="1629127"/>
                  </a:cubicBezTo>
                  <a:lnTo>
                    <a:pt x="39093" y="1629127"/>
                  </a:lnTo>
                  <a:cubicBezTo>
                    <a:pt x="28725" y="1629127"/>
                    <a:pt x="18781" y="1625009"/>
                    <a:pt x="11450" y="1617677"/>
                  </a:cubicBezTo>
                  <a:cubicBezTo>
                    <a:pt x="4119" y="1610346"/>
                    <a:pt x="0" y="1600403"/>
                    <a:pt x="0" y="1590035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667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55263" y="2467610"/>
            <a:ext cx="1593550" cy="2057400"/>
          </a:xfrm>
          <a:custGeom>
            <a:avLst/>
            <a:gdLst/>
            <a:ahLst/>
            <a:cxnLst/>
            <a:rect r="r" b="b" t="t" l="l"/>
            <a:pathLst>
              <a:path h="2057400" w="1593550">
                <a:moveTo>
                  <a:pt x="0" y="0"/>
                </a:moveTo>
                <a:lnTo>
                  <a:pt x="1593550" y="0"/>
                </a:lnTo>
                <a:lnTo>
                  <a:pt x="1593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33107" y="1174622"/>
            <a:ext cx="4444892" cy="7751074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31398" y="933450"/>
            <a:ext cx="64200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Use Commas: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495" y="6013006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Don’t Use Commas: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4448" y="3735199"/>
            <a:ext cx="847334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independent and dependent clauses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separate items in a list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separate non- restrictive clauses from the rest of the sentence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1398" y="6831521"/>
            <a:ext cx="847334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independents clauses without using a co-ordinating conjunction (FANBOYS)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separate a subject and its verb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621454"/>
            <a:chOff x="0" y="0"/>
            <a:chExt cx="2660102" cy="1743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743922"/>
            </a:xfrm>
            <a:custGeom>
              <a:avLst/>
              <a:gdLst/>
              <a:ahLst/>
              <a:cxnLst/>
              <a:rect r="r" b="b" t="t" l="l"/>
              <a:pathLst>
                <a:path h="1743922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78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54665" y="1028700"/>
            <a:ext cx="1593550" cy="2057400"/>
          </a:xfrm>
          <a:custGeom>
            <a:avLst/>
            <a:gdLst/>
            <a:ahLst/>
            <a:cxnLst/>
            <a:rect r="r" b="b" t="t" l="l"/>
            <a:pathLst>
              <a:path h="2057400" w="159355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30374" y="2853543"/>
            <a:ext cx="4361222" cy="6813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65787" y="995998"/>
            <a:ext cx="71711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Commas  &amp; Clauses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495" y="5927028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5495" y="6908257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 to the store to get milk, and don’t forget to take money.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3955352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 to the store to get milk, don’t forget to take money.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621454"/>
            <a:chOff x="0" y="0"/>
            <a:chExt cx="2660102" cy="1743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743922"/>
            </a:xfrm>
            <a:custGeom>
              <a:avLst/>
              <a:gdLst/>
              <a:ahLst/>
              <a:cxnLst/>
              <a:rect r="r" b="b" t="t" l="l"/>
              <a:pathLst>
                <a:path h="1743922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78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54665" y="1028700"/>
            <a:ext cx="1593550" cy="2057400"/>
          </a:xfrm>
          <a:custGeom>
            <a:avLst/>
            <a:gdLst/>
            <a:ahLst/>
            <a:cxnLst/>
            <a:rect r="r" b="b" t="t" l="l"/>
            <a:pathLst>
              <a:path h="2057400" w="159355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311921" y="3239452"/>
            <a:ext cx="4018138" cy="2754251"/>
          </a:xfrm>
          <a:custGeom>
            <a:avLst/>
            <a:gdLst/>
            <a:ahLst/>
            <a:cxnLst/>
            <a:rect r="r" b="b" t="t" l="l"/>
            <a:pathLst>
              <a:path h="2754251" w="4018138">
                <a:moveTo>
                  <a:pt x="0" y="0"/>
                </a:moveTo>
                <a:lnTo>
                  <a:pt x="4018138" y="0"/>
                </a:lnTo>
                <a:lnTo>
                  <a:pt x="4018138" y="2754251"/>
                </a:lnTo>
                <a:lnTo>
                  <a:pt x="0" y="2754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78695" y="5860477"/>
            <a:ext cx="1598717" cy="1431698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804758" y="6048268"/>
            <a:ext cx="1887832" cy="242751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618997" y="7240447"/>
            <a:ext cx="2108119" cy="1780416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65787" y="995998"/>
            <a:ext cx="71711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Commas  &amp; Lists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5495" y="5927028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5495" y="6908257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 bought bread, milk, and cheese from the grocery store yesterday.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5495" y="3955352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 bought bread, milk and cheese from the grocery store yesterday.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185593"/>
            <a:chOff x="0" y="0"/>
            <a:chExt cx="2660102" cy="1629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629127"/>
            </a:xfrm>
            <a:custGeom>
              <a:avLst/>
              <a:gdLst/>
              <a:ahLst/>
              <a:cxnLst/>
              <a:rect r="r" b="b" t="t" l="l"/>
              <a:pathLst>
                <a:path h="1629127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590035"/>
                  </a:lnTo>
                  <a:cubicBezTo>
                    <a:pt x="2660102" y="1600403"/>
                    <a:pt x="2655983" y="1610346"/>
                    <a:pt x="2648652" y="1617677"/>
                  </a:cubicBezTo>
                  <a:cubicBezTo>
                    <a:pt x="2641321" y="1625009"/>
                    <a:pt x="2631377" y="1629127"/>
                    <a:pt x="2621009" y="1629127"/>
                  </a:cubicBezTo>
                  <a:lnTo>
                    <a:pt x="39093" y="1629127"/>
                  </a:lnTo>
                  <a:cubicBezTo>
                    <a:pt x="28725" y="1629127"/>
                    <a:pt x="18781" y="1625009"/>
                    <a:pt x="11450" y="1617677"/>
                  </a:cubicBezTo>
                  <a:cubicBezTo>
                    <a:pt x="4119" y="1610346"/>
                    <a:pt x="0" y="1600403"/>
                    <a:pt x="0" y="1590035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667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868807" y="1028700"/>
            <a:ext cx="1413995" cy="4114800"/>
          </a:xfrm>
          <a:custGeom>
            <a:avLst/>
            <a:gdLst/>
            <a:ahLst/>
            <a:cxnLst/>
            <a:rect r="r" b="b" t="t" l="l"/>
            <a:pathLst>
              <a:path h="4114800" w="1413995">
                <a:moveTo>
                  <a:pt x="0" y="0"/>
                </a:moveTo>
                <a:lnTo>
                  <a:pt x="1413995" y="0"/>
                </a:lnTo>
                <a:lnTo>
                  <a:pt x="14139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51480" y="4687699"/>
            <a:ext cx="3920282" cy="4114800"/>
          </a:xfrm>
          <a:custGeom>
            <a:avLst/>
            <a:gdLst/>
            <a:ahLst/>
            <a:cxnLst/>
            <a:rect r="r" b="b" t="t" l="l"/>
            <a:pathLst>
              <a:path h="4114800" w="3920282">
                <a:moveTo>
                  <a:pt x="0" y="0"/>
                </a:moveTo>
                <a:lnTo>
                  <a:pt x="3920282" y="0"/>
                </a:lnTo>
                <a:lnTo>
                  <a:pt x="39202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1398" y="933450"/>
            <a:ext cx="64200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Semicolons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Use Semicolons: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495" y="6013006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Don’t Use Semicolons: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4448" y="3735199"/>
            <a:ext cx="847334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together independent clauses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separate items in a list that already include commas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531398" y="6831521"/>
            <a:ext cx="847334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an independent clause with a dependent clause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After a dependent clause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621454"/>
            <a:chOff x="0" y="0"/>
            <a:chExt cx="2660102" cy="1743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743922"/>
            </a:xfrm>
            <a:custGeom>
              <a:avLst/>
              <a:gdLst/>
              <a:ahLst/>
              <a:cxnLst/>
              <a:rect r="r" b="b" t="t" l="l"/>
              <a:pathLst>
                <a:path h="1743922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78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035495" y="1135420"/>
            <a:ext cx="811288" cy="2360890"/>
          </a:xfrm>
          <a:custGeom>
            <a:avLst/>
            <a:gdLst/>
            <a:ahLst/>
            <a:cxnLst/>
            <a:rect r="r" b="b" t="t" l="l"/>
            <a:pathLst>
              <a:path h="2360890" w="811288">
                <a:moveTo>
                  <a:pt x="0" y="0"/>
                </a:moveTo>
                <a:lnTo>
                  <a:pt x="811288" y="0"/>
                </a:lnTo>
                <a:lnTo>
                  <a:pt x="811288" y="2360890"/>
                </a:lnTo>
                <a:lnTo>
                  <a:pt x="0" y="2360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41443" y="4255390"/>
            <a:ext cx="2349720" cy="4786466"/>
          </a:xfrm>
          <a:custGeom>
            <a:avLst/>
            <a:gdLst/>
            <a:ahLst/>
            <a:cxnLst/>
            <a:rect r="r" b="b" t="t" l="l"/>
            <a:pathLst>
              <a:path h="4786466" w="2349720">
                <a:moveTo>
                  <a:pt x="0" y="0"/>
                </a:moveTo>
                <a:lnTo>
                  <a:pt x="2349720" y="0"/>
                </a:lnTo>
                <a:lnTo>
                  <a:pt x="2349720" y="4786467"/>
                </a:lnTo>
                <a:lnTo>
                  <a:pt x="0" y="4786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65787" y="995998"/>
            <a:ext cx="717117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Semicolons &amp; Clauses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495" y="5927028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5495" y="6908257"/>
            <a:ext cx="8473348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George loves to use his compass when he travels; he has been to Italy, Spain, and Germany.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3955352"/>
            <a:ext cx="8473348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George loves to use his compass when he travels, he has been to Italy, Spain, and Germany,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621454"/>
            <a:chOff x="0" y="0"/>
            <a:chExt cx="2660102" cy="1743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743922"/>
            </a:xfrm>
            <a:custGeom>
              <a:avLst/>
              <a:gdLst/>
              <a:ahLst/>
              <a:cxnLst/>
              <a:rect r="r" b="b" t="t" l="l"/>
              <a:pathLst>
                <a:path h="1743922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78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035495" y="1135420"/>
            <a:ext cx="811288" cy="2360890"/>
          </a:xfrm>
          <a:custGeom>
            <a:avLst/>
            <a:gdLst/>
            <a:ahLst/>
            <a:cxnLst/>
            <a:rect r="r" b="b" t="t" l="l"/>
            <a:pathLst>
              <a:path h="2360890" w="811288">
                <a:moveTo>
                  <a:pt x="0" y="0"/>
                </a:moveTo>
                <a:lnTo>
                  <a:pt x="811288" y="0"/>
                </a:lnTo>
                <a:lnTo>
                  <a:pt x="811288" y="2360890"/>
                </a:lnTo>
                <a:lnTo>
                  <a:pt x="0" y="2360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14287" y="4441283"/>
            <a:ext cx="5074305" cy="4114800"/>
          </a:xfrm>
          <a:custGeom>
            <a:avLst/>
            <a:gdLst/>
            <a:ahLst/>
            <a:cxnLst/>
            <a:rect r="r" b="b" t="t" l="l"/>
            <a:pathLst>
              <a:path h="4114800" w="5074305">
                <a:moveTo>
                  <a:pt x="0" y="0"/>
                </a:moveTo>
                <a:lnTo>
                  <a:pt x="5074305" y="0"/>
                </a:lnTo>
                <a:lnTo>
                  <a:pt x="50743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65787" y="995998"/>
            <a:ext cx="986298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Semicolons &amp; Commas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5495" y="5927028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5495" y="6908257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Today I met Linda, who is a parent; Alex, who is a teacher; and Ali, who is a student.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3955352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Today I met Linda, a parent, Alex, a teacher, and Ali, a student.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185593"/>
            <a:chOff x="0" y="0"/>
            <a:chExt cx="2660102" cy="16291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629127"/>
            </a:xfrm>
            <a:custGeom>
              <a:avLst/>
              <a:gdLst/>
              <a:ahLst/>
              <a:cxnLst/>
              <a:rect r="r" b="b" t="t" l="l"/>
              <a:pathLst>
                <a:path h="1629127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590035"/>
                  </a:lnTo>
                  <a:cubicBezTo>
                    <a:pt x="2660102" y="1600403"/>
                    <a:pt x="2655983" y="1610346"/>
                    <a:pt x="2648652" y="1617677"/>
                  </a:cubicBezTo>
                  <a:cubicBezTo>
                    <a:pt x="2641321" y="1625009"/>
                    <a:pt x="2631377" y="1629127"/>
                    <a:pt x="2621009" y="1629127"/>
                  </a:cubicBezTo>
                  <a:lnTo>
                    <a:pt x="39093" y="1629127"/>
                  </a:lnTo>
                  <a:cubicBezTo>
                    <a:pt x="28725" y="1629127"/>
                    <a:pt x="18781" y="1625009"/>
                    <a:pt x="11450" y="1617677"/>
                  </a:cubicBezTo>
                  <a:cubicBezTo>
                    <a:pt x="4119" y="1610346"/>
                    <a:pt x="0" y="1600403"/>
                    <a:pt x="0" y="1590035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667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126405" y="1028700"/>
            <a:ext cx="1370432" cy="3457848"/>
            <a:chOff x="0" y="0"/>
            <a:chExt cx="1827243" cy="4610463"/>
          </a:xfrm>
        </p:grpSpPr>
        <p:sp>
          <p:nvSpPr>
            <p:cNvPr name="Freeform 12" id="12"/>
            <p:cNvSpPr/>
            <p:nvPr/>
          </p:nvSpPr>
          <p:spPr>
            <a:xfrm flipH="false" flipV="true" rot="0">
              <a:off x="0" y="0"/>
              <a:ext cx="1827243" cy="1874969"/>
            </a:xfrm>
            <a:custGeom>
              <a:avLst/>
              <a:gdLst/>
              <a:ahLst/>
              <a:cxnLst/>
              <a:rect r="r" b="b" t="t" l="l"/>
              <a:pathLst>
                <a:path h="1874969" w="1827243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true" rot="0">
              <a:off x="0" y="2735494"/>
              <a:ext cx="1827243" cy="1874969"/>
            </a:xfrm>
            <a:custGeom>
              <a:avLst/>
              <a:gdLst/>
              <a:ahLst/>
              <a:cxnLst/>
              <a:rect r="r" b="b" t="t" l="l"/>
              <a:pathLst>
                <a:path h="1874969" w="1827243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572595" y="4840796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31398" y="933450"/>
            <a:ext cx="64200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Use Colons: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6013006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Don’t Use Colons: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4448" y="3735199"/>
            <a:ext cx="847334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together related independent clauses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introduce items in a list that already include commas</a:t>
            </a:r>
          </a:p>
          <a:p>
            <a:pPr algn="l">
              <a:lnSpc>
                <a:spcPts val="374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531398" y="6831521"/>
            <a:ext cx="847334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an independent clause with a dependent clause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After a dependent clause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621454"/>
            <a:chOff x="0" y="0"/>
            <a:chExt cx="2660102" cy="1743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743922"/>
            </a:xfrm>
            <a:custGeom>
              <a:avLst/>
              <a:gdLst/>
              <a:ahLst/>
              <a:cxnLst/>
              <a:rect r="r" b="b" t="t" l="l"/>
              <a:pathLst>
                <a:path h="1743922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78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10073" y="1028700"/>
            <a:ext cx="1024247" cy="2584359"/>
            <a:chOff x="0" y="0"/>
            <a:chExt cx="1365662" cy="3445813"/>
          </a:xfrm>
        </p:grpSpPr>
        <p:sp>
          <p:nvSpPr>
            <p:cNvPr name="Freeform 12" id="12"/>
            <p:cNvSpPr/>
            <p:nvPr/>
          </p:nvSpPr>
          <p:spPr>
            <a:xfrm flipH="false" flipV="true" rot="0">
              <a:off x="0" y="0"/>
              <a:ext cx="1365662" cy="1401333"/>
            </a:xfrm>
            <a:custGeom>
              <a:avLst/>
              <a:gdLst/>
              <a:ahLst/>
              <a:cxnLst/>
              <a:rect r="r" b="b" t="t" l="l"/>
              <a:pathLst>
                <a:path h="1401333" w="1365662">
                  <a:moveTo>
                    <a:pt x="0" y="1401333"/>
                  </a:moveTo>
                  <a:lnTo>
                    <a:pt x="1365662" y="1401333"/>
                  </a:lnTo>
                  <a:lnTo>
                    <a:pt x="1365662" y="0"/>
                  </a:lnTo>
                  <a:lnTo>
                    <a:pt x="0" y="0"/>
                  </a:lnTo>
                  <a:lnTo>
                    <a:pt x="0" y="1401333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true" rot="0">
              <a:off x="0" y="2044480"/>
              <a:ext cx="1365662" cy="1401333"/>
            </a:xfrm>
            <a:custGeom>
              <a:avLst/>
              <a:gdLst/>
              <a:ahLst/>
              <a:cxnLst/>
              <a:rect r="r" b="b" t="t" l="l"/>
              <a:pathLst>
                <a:path h="1401333" w="1365662">
                  <a:moveTo>
                    <a:pt x="0" y="1401333"/>
                  </a:moveTo>
                  <a:lnTo>
                    <a:pt x="1365662" y="1401333"/>
                  </a:lnTo>
                  <a:lnTo>
                    <a:pt x="1365662" y="0"/>
                  </a:lnTo>
                  <a:lnTo>
                    <a:pt x="0" y="0"/>
                  </a:lnTo>
                  <a:lnTo>
                    <a:pt x="0" y="1401333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293313" y="3613059"/>
            <a:ext cx="2258127" cy="3021824"/>
          </a:xfrm>
          <a:custGeom>
            <a:avLst/>
            <a:gdLst/>
            <a:ahLst/>
            <a:cxnLst/>
            <a:rect r="r" b="b" t="t" l="l"/>
            <a:pathLst>
              <a:path h="3021824" w="2258127">
                <a:moveTo>
                  <a:pt x="0" y="0"/>
                </a:moveTo>
                <a:lnTo>
                  <a:pt x="2258127" y="0"/>
                </a:lnTo>
                <a:lnTo>
                  <a:pt x="2258127" y="3021825"/>
                </a:lnTo>
                <a:lnTo>
                  <a:pt x="0" y="302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19179" y="6545949"/>
            <a:ext cx="2787136" cy="2614451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65787" y="995998"/>
            <a:ext cx="730231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Colons &amp; Clauses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5495" y="5927028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5495" y="6908257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Sara is baking today: she is making a cake for her friend.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5495" y="3955352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Sara is baking today, she is making a cake for her friend.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846"/>
            <a:ext cx="10100075" cy="6621454"/>
            <a:chOff x="0" y="0"/>
            <a:chExt cx="2660102" cy="1743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0102" cy="1743922"/>
            </a:xfrm>
            <a:custGeom>
              <a:avLst/>
              <a:gdLst/>
              <a:ahLst/>
              <a:cxnLst/>
              <a:rect r="r" b="b" t="t" l="l"/>
              <a:pathLst>
                <a:path h="1743922" w="266010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0102" cy="178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43579" y="745233"/>
            <a:ext cx="5415721" cy="8513067"/>
            <a:chOff x="0" y="0"/>
            <a:chExt cx="1426363" cy="22421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6363" cy="2242125"/>
            </a:xfrm>
            <a:custGeom>
              <a:avLst/>
              <a:gdLst/>
              <a:ahLst/>
              <a:cxnLst/>
              <a:rect r="r" b="b" t="t" l="l"/>
              <a:pathLst>
                <a:path h="2242125" w="1426363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6363" cy="228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20292"/>
            <a:ext cx="9478744" cy="1208662"/>
            <a:chOff x="0" y="0"/>
            <a:chExt cx="2496459" cy="3183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459" cy="318331"/>
            </a:xfrm>
            <a:custGeom>
              <a:avLst/>
              <a:gdLst/>
              <a:ahLst/>
              <a:cxnLst/>
              <a:rect r="r" b="b" t="t" l="l"/>
              <a:pathLst>
                <a:path h="318331" w="2496459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82159" cy="35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10073" y="1028700"/>
            <a:ext cx="1024247" cy="2584359"/>
            <a:chOff x="0" y="0"/>
            <a:chExt cx="1365662" cy="3445813"/>
          </a:xfrm>
        </p:grpSpPr>
        <p:sp>
          <p:nvSpPr>
            <p:cNvPr name="Freeform 12" id="12"/>
            <p:cNvSpPr/>
            <p:nvPr/>
          </p:nvSpPr>
          <p:spPr>
            <a:xfrm flipH="false" flipV="true" rot="0">
              <a:off x="0" y="0"/>
              <a:ext cx="1365662" cy="1401333"/>
            </a:xfrm>
            <a:custGeom>
              <a:avLst/>
              <a:gdLst/>
              <a:ahLst/>
              <a:cxnLst/>
              <a:rect r="r" b="b" t="t" l="l"/>
              <a:pathLst>
                <a:path h="1401333" w="1365662">
                  <a:moveTo>
                    <a:pt x="0" y="1401333"/>
                  </a:moveTo>
                  <a:lnTo>
                    <a:pt x="1365662" y="1401333"/>
                  </a:lnTo>
                  <a:lnTo>
                    <a:pt x="1365662" y="0"/>
                  </a:lnTo>
                  <a:lnTo>
                    <a:pt x="0" y="0"/>
                  </a:lnTo>
                  <a:lnTo>
                    <a:pt x="0" y="1401333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true" rot="0">
              <a:off x="0" y="2044480"/>
              <a:ext cx="1365662" cy="1401333"/>
            </a:xfrm>
            <a:custGeom>
              <a:avLst/>
              <a:gdLst/>
              <a:ahLst/>
              <a:cxnLst/>
              <a:rect r="r" b="b" t="t" l="l"/>
              <a:pathLst>
                <a:path h="1401333" w="1365662">
                  <a:moveTo>
                    <a:pt x="0" y="1401333"/>
                  </a:moveTo>
                  <a:lnTo>
                    <a:pt x="1365662" y="1401333"/>
                  </a:lnTo>
                  <a:lnTo>
                    <a:pt x="1365662" y="0"/>
                  </a:lnTo>
                  <a:lnTo>
                    <a:pt x="0" y="0"/>
                  </a:lnTo>
                  <a:lnTo>
                    <a:pt x="0" y="1401333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226578" y="4536378"/>
            <a:ext cx="4649724" cy="4114800"/>
          </a:xfrm>
          <a:custGeom>
            <a:avLst/>
            <a:gdLst/>
            <a:ahLst/>
            <a:cxnLst/>
            <a:rect r="r" b="b" t="t" l="l"/>
            <a:pathLst>
              <a:path h="4114800" w="4649724">
                <a:moveTo>
                  <a:pt x="0" y="0"/>
                </a:moveTo>
                <a:lnTo>
                  <a:pt x="4649724" y="0"/>
                </a:lnTo>
                <a:lnTo>
                  <a:pt x="4649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65787" y="995998"/>
            <a:ext cx="825111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Colons &amp; Lists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5495" y="2915920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495" y="5927028"/>
            <a:ext cx="78414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5495" y="6908257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cake needs to have three ingredients: flour, sugar, and eggs.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5495" y="3955352"/>
            <a:ext cx="847334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cake needs to have: flour, sugar, and eggs.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DAHKAsrfiVA</dc:identifier>
  <dcterms:modified xsi:type="dcterms:W3CDTF">2011-08-01T06:04:30Z</dcterms:modified>
  <cp:revision>1</cp:revision>
  <dc:title>We will look at the incorrect and correct way to use these punctuation marks in sentences.</dc:title>
</cp:coreProperties>
</file>