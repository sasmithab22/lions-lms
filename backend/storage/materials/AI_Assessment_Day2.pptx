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DAY 2  ·  AI TRAINING FOR EDUCATORS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AI in Assessment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</a:rPr>
              <a:t>Smarter feedback. Less grading. Better learning outcomes.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971800"/>
            <a:ext cx="36576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Covered Today: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What it is  ·  Myths  ·  Tools  ·  Process  ·  Templates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926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AI-POWERED ASSESSMENT?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601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 assessment uses artificial intelligence to help teachers design, deliver, analyse, and give feedback on student assessments — faster and more accurately than manual methods.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76272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176272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3042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Auto-generate Questions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Create MCQs, short answers, and rubrics from any topic or document instantly.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54680" y="2176272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2176272"/>
            <a:ext cx="2743200" cy="6400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23042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64408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Analyse Responses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64408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AI scans student answers, spots patterns, and flags learning gaps in real time.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2176272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2176272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3042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Instant Feedback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44768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Students get personalised feedback the moment they submit — no waiting days.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MISCONCEPTIONS  vs  REALITY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MYTH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REALITY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3931920" cy="74980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087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replaces teachers in assessment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9164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0" y="1508760"/>
            <a:ext cx="4297680" cy="74980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1508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handles repetitive tasks so teachers can focus on mentoring and deeper learning.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359152"/>
            <a:ext cx="39319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23591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marks everything — no human needed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542032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0" y="2359152"/>
            <a:ext cx="429768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4709160" y="235915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assists; final judgement, context, and nuance remain with the teacher.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4320" y="3209544"/>
            <a:ext cx="3931920" cy="74980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9" name="Text 15"/>
          <p:cNvSpPr/>
          <p:nvPr/>
        </p:nvSpPr>
        <p:spPr>
          <a:xfrm>
            <a:off x="411480" y="320954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It's only for tech-savvy teachers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392424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72000" y="3209544"/>
            <a:ext cx="4297680" cy="74980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2" name="Text 17"/>
          <p:cNvSpPr/>
          <p:nvPr/>
        </p:nvSpPr>
        <p:spPr>
          <a:xfrm>
            <a:off x="4709160" y="320954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Tools like Quizizz and JotForm are designed to be beginner-friendly with no coding required.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74320" y="4059936"/>
            <a:ext cx="39319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405993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Students will cheat more with AI tools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242816"/>
            <a:ext cx="274320" cy="2743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572000" y="4059936"/>
            <a:ext cx="429768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1"/>
          <p:cNvSpPr/>
          <p:nvPr/>
        </p:nvSpPr>
        <p:spPr>
          <a:xfrm>
            <a:off x="4709160" y="40599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can generate unique question sets per student, actually reducing cheating opportunities.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vs TRADITIONAL ASSESSMENT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Traditional Assessment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190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155448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Manual question creation (time-consuming)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2212848"/>
            <a:ext cx="416052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774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221284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Grading takes hours or days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2871216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358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" y="2871216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One-size-fits-all feedback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274320" y="3529584"/>
            <a:ext cx="416052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9417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" y="3529584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Hard to track class-wide patterns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74320" y="4187952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35254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" y="4187952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Revision requires full redesign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709160" y="1005840"/>
            <a:ext cx="41605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5"/>
          <p:cNvSpPr/>
          <p:nvPr/>
        </p:nvSpPr>
        <p:spPr>
          <a:xfrm>
            <a:off x="470916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AI-Enhanced Assessment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709160" y="1554480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71907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38928" y="155448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Auto-generate questions in seconds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709160" y="2212848"/>
            <a:ext cx="416052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37744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38928" y="221284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Instant grading and scoring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4709160" y="2871216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03580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38928" y="2871216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Personalised, targeted feedback per student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709160" y="3529584"/>
            <a:ext cx="4160520" cy="59436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694176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138928" y="3529584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Real-time analytics &amp; gap detection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4709160" y="4187952"/>
            <a:ext cx="41605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352544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38928" y="4187952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Easy iteration and question banks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4453128" y="1005840"/>
            <a:ext cx="54864" cy="3886200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TOOLS FOR ASSESSMENT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37490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Quizizz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Quizzes &amp; Formative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" y="2011680"/>
            <a:ext cx="64008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 generates quiz questions from topic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679192"/>
            <a:ext cx="64008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877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Live &amp; async modes — students join on any 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3346704"/>
            <a:ext cx="64008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552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Auto-grades and shows class analytics instantly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4014216"/>
            <a:ext cx="64008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227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Free tier available for schools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6392" y="1005840"/>
            <a:ext cx="2788920" cy="37490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36392" y="1005840"/>
            <a:ext cx="2788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JotForm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Forms &amp; Feedback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011680"/>
            <a:ext cx="64008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410712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Build smart assessment forms with AI in seconds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679192"/>
            <a:ext cx="64008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25877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Conditional logic adjusts questions by student response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346704"/>
            <a:ext cx="64008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410712" y="32552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Collects and summarises responses automatically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4014216"/>
            <a:ext cx="64008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39227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Integrates with Google Sheets / Classroom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44184" y="1005840"/>
            <a:ext cx="2788920" cy="37490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44184" y="1005840"/>
            <a:ext cx="27889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Other Tools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53912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Broader Toolkit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53912" y="2011680"/>
            <a:ext cx="6400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3" name="Text 31"/>
          <p:cNvSpPr/>
          <p:nvPr/>
        </p:nvSpPr>
        <p:spPr>
          <a:xfrm>
            <a:off x="6318504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Formative.com — real-time student work monitoring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53912" y="2679192"/>
            <a:ext cx="6400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6318504" y="25877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Diffit — AI generates levelled reading + questions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3912" y="3346704"/>
            <a:ext cx="6400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504" y="32552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MagicSchool AI — rubric &amp; feedback generator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3912" y="4014216"/>
            <a:ext cx="6400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6318504" y="39227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Google Forms + Gemini — auto-question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TO USE AI FOR ASSESSMENT —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216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Define Goal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do you want to assess? Set the learning objective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502920" cy="16916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554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216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Choose Tool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49040" y="161848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Pick Quizizz (quiz), JotForm (form), or another tool for the task.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502920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554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29400" y="1216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Prompt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161848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Enter topic, grade level, and question type. Let AI draft the assessment.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502920" cy="1691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74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68680" y="3136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Review &amp; Edit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35387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Always check AI output. Remove errors, bias, or irrelevant questions.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502920" cy="1691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474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749040" y="3136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Share &amp; Run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49040" y="35387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Assign to students via link, QR code, or your LMS.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502920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3474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629400" y="3136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Analyse Results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29400" y="353872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Review AI-generated analytics. Identify gaps and plan next steps.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TEMPLATES &amp;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320040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0F2942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📋  PROMPT TEMPLATES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MCQ Quiz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379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"Create 10 MCQs on [TOPIC] for Grade [X]. Include 4 options each with one correct answer and a brief explanation."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Exit Ticket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"Generate 3 short exit-ticket questions to check understanding of [LESSON] for students aged [AGE]."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Rubric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924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"Write a 4-level rubric for assessing [TASK]. Criteria: content, clarity, creativity, and accuracy."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</a:rPr>
              <a:t>Feedback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1696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"Give personalised feedback on this student response: [PASTE RESPONSE]. Tone: supportive and constructive."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0F2942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✅  KEY TAKEAWAYS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64592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6360" y="158191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AI assists assessment — it never replaces teacher judgement.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1343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224942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Always review and edit AI-generated content before sharing with students.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8094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6360" y="29169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Start small: one quiz or one form per week to build confidence.</a:t>
            </a:r>
            <a:endParaRPr lang="en-US" sz="11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4845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66360" y="35844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Use AI analytics to plan targeted re-teaching sessions.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1596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42519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Quizizz, JotForm AI, and MagicSchool AI are your starting three tools.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Assessment - Day 2</dc:title>
  <dc:subject>PptxGenJS Presentation</dc:subject>
  <dc:creator>PptxGenJS</dc:creator>
  <cp:lastModifiedBy>PptxGenJS</cp:lastModifiedBy>
  <cp:revision>1</cp:revision>
  <dcterms:created xsi:type="dcterms:W3CDTF">2026-05-15T07:49:02Z</dcterms:created>
  <dcterms:modified xsi:type="dcterms:W3CDTF">2026-05-15T07:49:02Z</dcterms:modified>
</cp:coreProperties>
</file>